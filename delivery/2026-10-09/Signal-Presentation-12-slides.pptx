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88afc0b957a4ef3" /><Relationship Type="http://schemas.openxmlformats.org/officeDocument/2006/relationships/extended-properties" Target="/docProps/app.xml" Id="R07bfcd3dd28647d2" /><Relationship Type="http://schemas.openxmlformats.org/officeDocument/2006/relationships/officeDocument" Target="/ppt/presentation.xml" Id="R6e41b6c0fbe7457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80ede545f8c48ba"/>
  </p:sldMasterIdLst>
  <p:notesMasterIdLst>
    <p:notesMasterId xmlns:r="http://schemas.openxmlformats.org/officeDocument/2006/relationships" r:id="R79213bf31f5d4d11"/>
  </p:notesMasterIdLst>
  <p:sldIdLst>
    <p:sldId xmlns:r="http://schemas.openxmlformats.org/officeDocument/2006/relationships" id="256" r:id="Ra4fe5b8adc194bda"/>
    <p:sldId xmlns:r="http://schemas.openxmlformats.org/officeDocument/2006/relationships" id="257" r:id="R57ae21cd88d746c2"/>
    <p:sldId xmlns:r="http://schemas.openxmlformats.org/officeDocument/2006/relationships" id="258" r:id="R79d5a0c33cf04ec2"/>
    <p:sldId xmlns:r="http://schemas.openxmlformats.org/officeDocument/2006/relationships" id="259" r:id="R4ff5d217589742c4"/>
    <p:sldId xmlns:r="http://schemas.openxmlformats.org/officeDocument/2006/relationships" id="260" r:id="R937633edf00745f5"/>
    <p:sldId xmlns:r="http://schemas.openxmlformats.org/officeDocument/2006/relationships" id="261" r:id="R168ac2f4066c4b66"/>
    <p:sldId xmlns:r="http://schemas.openxmlformats.org/officeDocument/2006/relationships" id="262" r:id="R25f678ad16e14b69"/>
    <p:sldId xmlns:r="http://schemas.openxmlformats.org/officeDocument/2006/relationships" id="263" r:id="R0a8c3fba46bb4cc2"/>
    <p:sldId xmlns:r="http://schemas.openxmlformats.org/officeDocument/2006/relationships" id="264" r:id="R36bb801098264833"/>
    <p:sldId xmlns:r="http://schemas.openxmlformats.org/officeDocument/2006/relationships" id="265" r:id="R1632e5d07b9b4164"/>
    <p:sldId xmlns:r="http://schemas.openxmlformats.org/officeDocument/2006/relationships" id="266" r:id="Rb36da123cdb64979"/>
    <p:sldId xmlns:r="http://schemas.openxmlformats.org/officeDocument/2006/relationships" id="267" r:id="Rb8b6f0d8047c4fca"/>
  </p:sldIdLst>
  <p:sldSz cx="12192000" cy="6858000"/>
  <p:notesSz cx="6858000" cy="9144000"/>
  <p:defaultTextStyle>
    <a:defPPr xmlns:a="http://schemas.openxmlformats.org/drawingml/2006/main">
      <a:buNone/>
    </a:defPPr>
    <a:lvl1pPr xmlns:a="http://schemas.openxmlformats.org/drawingml/2006/main" marL="0" algn="l" defTabSz="91422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110" algn="l" defTabSz="91422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220" algn="l" defTabSz="91422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329" algn="l" defTabSz="91422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439" algn="l" defTabSz="91422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5549" algn="l" defTabSz="91422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2658" algn="l" defTabSz="91422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199765" algn="l" defTabSz="91422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6877" algn="l" defTabSz="91422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 showGuides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ff2b59694134fdc" /><Relationship Type="http://schemas.openxmlformats.org/officeDocument/2006/relationships/slideMaster" Target="/ppt/slideMasters/slideMaster1.xml" Id="Re80ede545f8c48ba" /><Relationship Type="http://schemas.openxmlformats.org/officeDocument/2006/relationships/notesMaster" Target="/ppt/notesMasters/notesMaster1.xml" Id="R79213bf31f5d4d11" /><Relationship Type="http://schemas.openxmlformats.org/officeDocument/2006/relationships/presProps" Target="/ppt/presProps.xml" Id="R66e2c45f4e6d4698" /><Relationship Type="http://schemas.openxmlformats.org/officeDocument/2006/relationships/viewProps" Target="/ppt/viewProps.xml" Id="R2de98dd627e54adf" /><Relationship Type="http://schemas.openxmlformats.org/officeDocument/2006/relationships/tableStyles" Target="/ppt/tableStyles.xml" Id="R306ff14daf104f9f" /><Relationship Type="http://schemas.openxmlformats.org/officeDocument/2006/relationships/slide" Target="/ppt/slides/slide1.xml" Id="Ra4fe5b8adc194bda" /><Relationship Type="http://schemas.openxmlformats.org/officeDocument/2006/relationships/slide" Target="/ppt/slides/slide2.xml" Id="R57ae21cd88d746c2" /><Relationship Type="http://schemas.openxmlformats.org/officeDocument/2006/relationships/slide" Target="/ppt/slides/slide3.xml" Id="R79d5a0c33cf04ec2" /><Relationship Type="http://schemas.openxmlformats.org/officeDocument/2006/relationships/slide" Target="/ppt/slides/slide4.xml" Id="R4ff5d217589742c4" /><Relationship Type="http://schemas.openxmlformats.org/officeDocument/2006/relationships/slide" Target="/ppt/slides/slide5.xml" Id="R937633edf00745f5" /><Relationship Type="http://schemas.openxmlformats.org/officeDocument/2006/relationships/slide" Target="/ppt/slides/slide6.xml" Id="R168ac2f4066c4b66" /><Relationship Type="http://schemas.openxmlformats.org/officeDocument/2006/relationships/slide" Target="/ppt/slides/slide7.xml" Id="R25f678ad16e14b69" /><Relationship Type="http://schemas.openxmlformats.org/officeDocument/2006/relationships/slide" Target="/ppt/slides/slide8.xml" Id="R0a8c3fba46bb4cc2" /><Relationship Type="http://schemas.openxmlformats.org/officeDocument/2006/relationships/slide" Target="/ppt/slides/slide9.xml" Id="R36bb801098264833" /><Relationship Type="http://schemas.openxmlformats.org/officeDocument/2006/relationships/slide" Target="/ppt/slides/slide10.xml" Id="R1632e5d07b9b4164" /><Relationship Type="http://schemas.openxmlformats.org/officeDocument/2006/relationships/slide" Target="/ppt/slides/slide11.xml" Id="Rb36da123cdb64979" /><Relationship Type="http://schemas.openxmlformats.org/officeDocument/2006/relationships/slide" Target="/ppt/slides/slide12.xml" Id="Rb8b6f0d8047c4fc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1ad9d586fae4bf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Для Академия инноваторов 16_9">
  <a:themeElements>
    <a:clrScheme name="Пользовательские 2">
      <a:dk1>
        <a:srgbClr val="000000"/>
      </a:dk1>
      <a:lt1>
        <a:srgbClr val="FFFFFF"/>
      </a:lt1>
      <a:dk2>
        <a:srgbClr val="1C1D22"/>
      </a:dk2>
      <a:lt2>
        <a:srgbClr val="E5E7E9"/>
      </a:lt2>
      <a:accent1>
        <a:srgbClr val="FF0053"/>
      </a:accent1>
      <a:accent2>
        <a:srgbClr val="FFD6E3"/>
      </a:accent2>
      <a:accent3>
        <a:srgbClr val="FC3777"/>
      </a:accent3>
      <a:accent4>
        <a:srgbClr val="8A83D1"/>
      </a:accent4>
      <a:accent5>
        <a:srgbClr val="520977"/>
      </a:accent5>
      <a:accent6>
        <a:srgbClr val="2D1451"/>
      </a:accent6>
      <a:hlink>
        <a:srgbClr val="FF0053"/>
      </a:hlink>
      <a:folHlink>
        <a:srgbClr val="5D2B84"/>
      </a:folHlink>
    </a:clrScheme>
    <a:fontScheme name="Лидеры цифровой трансформации">
      <a:majorFont>
        <a:latin typeface="Montserrat"/>
        <a:ea typeface=""/>
        <a:cs typeface=""/>
      </a:majorFont>
      <a:minorFont>
        <a:latin typeface="Montserrat"/>
        <a:ea typeface=""/>
        <a:cs typeface=""/>
      </a:minorFont>
    </a:fontScheme>
    <a:fmtScheme name="Пользовательские 2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a276a95fc9940da" /><Relationship Type="http://schemas.openxmlformats.org/officeDocument/2006/relationships/notesMaster" Target="/ppt/notesMasters/notesMaster1.xml" Id="R95f05b65742840b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eb59b31588c49b2" /><Relationship Type="http://schemas.openxmlformats.org/officeDocument/2006/relationships/notesMaster" Target="/ppt/notesMasters/notesMaster1.xml" Id="Rb223a725d11e415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1ffb85cbd6148d7" /><Relationship Type="http://schemas.openxmlformats.org/officeDocument/2006/relationships/notesMaster" Target="/ppt/notesMasters/notesMaster1.xml" Id="R5eadc7516743449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af69828a2614c16" /><Relationship Type="http://schemas.openxmlformats.org/officeDocument/2006/relationships/notesMaster" Target="/ppt/notesMasters/notesMaster1.xml" Id="R7337b69f39b941b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55cb7cadc9b4b06" /><Relationship Type="http://schemas.openxmlformats.org/officeDocument/2006/relationships/notesMaster" Target="/ppt/notesMasters/notesMaster1.xml" Id="R83e0247dbba64b3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ef61f7b0e3d483a" /><Relationship Type="http://schemas.openxmlformats.org/officeDocument/2006/relationships/notesMaster" Target="/ppt/notesMasters/notesMaster1.xml" Id="R92261605a60844a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105920727424845" /><Relationship Type="http://schemas.openxmlformats.org/officeDocument/2006/relationships/notesMaster" Target="/ppt/notesMasters/notesMaster1.xml" Id="R0c0cbcb8b76f4cc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0b0ab915adb4e1b" /><Relationship Type="http://schemas.openxmlformats.org/officeDocument/2006/relationships/notesMaster" Target="/ppt/notesMasters/notesMaster1.xml" Id="Rde433b5ef70348d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9218cf5408f4c13" /><Relationship Type="http://schemas.openxmlformats.org/officeDocument/2006/relationships/notesMaster" Target="/ppt/notesMasters/notesMaster1.xml" Id="R4806d97f4e4e4d2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45c01bd718e4c1c" /><Relationship Type="http://schemas.openxmlformats.org/officeDocument/2006/relationships/notesMaster" Target="/ppt/notesMasters/notesMaster1.xml" Id="R14b84383bc1b4ca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74a1c9bad1b4e22" /><Relationship Type="http://schemas.openxmlformats.org/officeDocument/2006/relationships/notesMaster" Target="/ppt/notesMasters/notesMaster1.xml" Id="R62b4b40858684a3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7844aef08b8494c" /><Relationship Type="http://schemas.openxmlformats.org/officeDocument/2006/relationships/notesMaster" Target="/ppt/notesMasters/notesMaster1.xml" Id="Ra068ffd80263468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Signal помогает сопоставить подтверждённые навыки и требования к работе. Конкурсный прототип команды Best Match для специального трека Федерации спортивного программирования на ЛЦТ 2026.</a:t>
            </a:r>
          </a:p>
          <a:p xmlns:a="http://schemas.openxmlformats.org/drawingml/2006/main">
            <a:r>
              <a:t>Источники: C:\Users\Misha\Documents\ChatGPT\LCT\outputs\signal-story-20261009\build\facts\truth-sheet.md</a:t>
            </a:r>
          </a:p>
          <a:p xmlns:a="http://schemas.openxmlformats.org/drawingml/2006/main">
            <a:r>
              <a:t>C:/Users/Misha/Documents/ChatGPT/LCT/signal-ui-refinement-workspace-20261008/docs/delivery-2026-10-09.md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Кандидат подтверждает отдельные навыки. Компания выбирает требования и рассматривает целые резюме, которые им соответствуют. Команда Best Match состоит из двух участников из Казани.</a:t>
            </a:r>
          </a:p>
          <a:p xmlns:a="http://schemas.openxmlformats.org/drawingml/2006/main">
            <a:r>
              <a:t>Источники: C:\Users\Misha\Documents\ChatGPT\LCT\outputs\signal-story-20261009\build\facts\truth-sheet.md</a:t>
            </a:r>
          </a:p>
          <a:p xmlns:a="http://schemas.openxmlformats.org/drawingml/2006/main">
            <a:r>
              <a:t>C:/Users/Misha/Documents/ChatGPT/LCT/signal-ui-refinement-workspace-20261008/docs/delivery-2026-10-09.md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До пяти резюме. PDF относится к выбранному CV. В паспорте видны навык, уровень и результат, дата и программа доступны в деталях. ФСП ID сохраняется, но реестр не подключён и владение ID автоматически не подтверждается.</a:t>
            </a:r>
          </a:p>
          <a:p xmlns:a="http://schemas.openxmlformats.org/drawingml/2006/main">
            <a:r>
              <a:t>Источники: C:\Users\Misha\Documents\ChatGPT\LCT\outputs\signal-story-20261009\build\facts\truth-sheet.md</a:t>
            </a:r>
          </a:p>
          <a:p xmlns:a="http://schemas.openxmlformats.org/drawingml/2006/main">
            <a:r>
              <a:t>C:/Users/Misha/Documents/ChatGPT/LCT/signal-ui-refinement-workspace-20261008/docs/delivery-2026-10-09.md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Правило Python Junior/Middle: 6 заданий, 30 минут, не менее 5 выполненных компетенций и критические q1/q6. Middle требует обе части A/B. На снимке реальная попытка демонстрационного пользователя: 6/6. Общий Backend Middle требует Python либо заявленный TypeScript, SQL и Backend engineering, все не ниже Middle; целевой грейд CV не ниже Middle. Методика Signal, не спортивный разряд ФСП и не внешний сертификат.</a:t>
            </a:r>
          </a:p>
          <a:p xmlns:a="http://schemas.openxmlformats.org/drawingml/2006/main">
            <a:r>
              <a:t>Источники: C:\Users\Misha\Documents\ChatGPT\LCT\outputs\signal-story-20261009\build\facts\truth-sheet.md</a:t>
            </a:r>
          </a:p>
          <a:p xmlns:a="http://schemas.openxmlformats.org/drawingml/2006/main">
            <a:r>
              <a:t>C:/Users/Misha/Documents/ChatGPT/LCT/signal-ui-refinement-workspace-20261008/docs/delivery-2026-10-09.md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При выдаче сохраняются все шесть показанных templateId. Персональная история не забывается, глобальная балансировка использует 30 суток. Junior/Middle предпочитают менее показанные семьи, но допускают повтор; Senior исключает уже показанное семейство и не выдаёт полную новую форму при недостатке банка. Дополнительные лимиты: 8 выдач аккаунта за 24 часа, 2 выдачи одного навыка за 24 часа. Нет дедупликации целого экзамена по fingerprint и нет гарантии невозможности списывания.</a:t>
            </a:r>
          </a:p>
          <a:p xmlns:a="http://schemas.openxmlformats.org/drawingml/2006/main">
            <a:r>
              <a:t>Источники: C:\Users\Misha\Documents\ChatGPT\LCT\outputs\signal-story-20261009\build\facts\truth-sheet.md</a:t>
            </a:r>
          </a:p>
          <a:p xmlns:a="http://schemas.openxmlformats.org/drawingml/2006/main">
            <a:r>
              <a:t>C:/Users/Misha/Documents/ChatGPT/LCT/signal-ui-refinement-workspace-20261008/docs/delivery-2026-10-09.md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Публичная вакансия и приватный запрос имеют собственный отбор. Проверяются обязательные навыки, минимальные уровни и условия целого CV; навыки разных CV одного человека не объединяются. Объяснение относится к конкретному запросу, не является точностью найма. Спортивный результат не компенсирует отсутствующий обязательный навык.</a:t>
            </a:r>
          </a:p>
          <a:p xmlns:a="http://schemas.openxmlformats.org/drawingml/2006/main">
            <a:r>
              <a:t>Источники: C:\Users\Misha\Documents\ChatGPT\LCT\outputs\signal-story-20261009\build\facts\truth-sheet.md</a:t>
            </a:r>
          </a:p>
          <a:p xmlns:a="http://schemas.openxmlformats.org/drawingml/2006/main">
            <a:r>
              <a:t>C:/Users/Misha/Documents/ChatGPT/LCT/signal-ui-refinement-workspace-20261008/docs/delivery-2026-10-09.md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Отбор хранит точный CV в контексте вакансии или запроса. Два кандидата на снимке имеют одинаковые 4 года и ожидания 160–220 тысяч; различия не выдумываются. Приглашение сохраняет условия. Отклик или принятие приглашения дают адресное основание контакта. Кандидат может отозвать доступ; сервер проверяет согласия при повторном чтении. Каталог, подбор, имя и контакты имеют отдельные разрешения.</a:t>
            </a:r>
          </a:p>
          <a:p xmlns:a="http://schemas.openxmlformats.org/drawingml/2006/main">
            <a:r>
              <a:t>Источники: C:\Users\Misha\Documents\ChatGPT\LCT\outputs\signal-story-20261009\build\facts\truth-sheet.md</a:t>
            </a:r>
          </a:p>
          <a:p xmlns:a="http://schemas.openxmlformats.org/drawingml/2006/main">
            <a:r>
              <a:t>C:/Users/Misha/Documents/ChatGPT/LCT/signal-ui-refinement-workspace-20261008/docs/delivery-2026-10-09.md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Условия задания сохраняются как снимок. Ответ привязан к кандидату и конкретному CV. Работодатель оценивает практику, но эта оценка не подменяет квалификационные модульные проверки Signal.</a:t>
            </a:r>
          </a:p>
          <a:p xmlns:a="http://schemas.openxmlformats.org/drawingml/2006/main">
            <a:r>
              <a:t>Источники: C:\Users\Misha\Documents\ChatGPT\LCT\outputs\signal-story-20261009\build\facts\truth-sheet.md</a:t>
            </a:r>
          </a:p>
          <a:p xmlns:a="http://schemas.openxmlformats.org/drawingml/2006/main">
            <a:r>
              <a:t>C:/Users/Misha/Documents/ChatGPT/LCT/signal-ui-refinement-workspace-20261008/docs/delivery-2026-10-09.md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Сокращение времени ручного отбора и рост подходящих приглашений являются гипотезами для будущего пилота, не измеренными результатами. Предлагаем проверить их с компаниями, которые нанимают ИТ-специалистов.</a:t>
            </a:r>
          </a:p>
          <a:p xmlns:a="http://schemas.openxmlformats.org/drawingml/2006/main">
            <a:r>
              <a:t>Источники: C:\Users\Misha\Documents\ChatGPT\LCT\outputs\signal-story-20261009\build\facts\truth-sheet.md</a:t>
            </a:r>
          </a:p>
          <a:p xmlns:a="http://schemas.openxmlformats.org/drawingml/2006/main">
            <a:r>
              <a:t>C:/Users/Misha/Documents/ChatGPT/LCT/signal-ui-refinement-workspace-20261008/docs/delivery-2026-10-09.md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582 теста относятся к базовой поставке 09.10 до последней точечной правки сохранения. После неё выполнены UI typecheck и браузерная проверка, весь набор не перезапускался. Экспертная калибровка и внешний пилот впереди; исторический latency gate FAIL без нового нагрузочного теста. Проект начался с технического задания ФСП. Затем команда доработала рабочий прототип и прошла независимую приёмку E01–E16 кабинета работодателя. Источники оценки, выбранное резюме и актуальные согласия стали основой модели доступа и подбора.</a:t>
            </a:r>
            <a:endParaRPr/>
          </a:p>
          <a:p xmlns:a="http://schemas.openxmlformats.org/drawingml/2006/main">
            <a:r>
              <a:t>Источники: C:\Users\Misha\Documents\ChatGPT\LCT\outputs\signal-story-20261009\build\facts\truth-sheet.md</a:t>
            </a:r>
            <a:endParaRPr/>
          </a:p>
          <a:p xmlns:a="http://schemas.openxmlformats.org/drawingml/2006/main">
            <a:r>
              <a:t>C:/Users/Misha/Documents/ChatGPT/LCT/signal-ui-refinement-workspace-20261008/docs/delivery-2026-10-09.md</a:t>
            </a:r>
            <a:endParaRPr/>
          </a:p>
          <a:p xmlns:a="http://schemas.openxmlformats.org/drawingml/2006/main">
            <a:r>
              <a:t>Независимая приёмка: C:/Users/Misha/Documents/ChatGPT/LCT/outputs/signal-employer-workspace-control-2026-10-08/independent-acceptance.md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Команда Best Match: Сергей Калеев, капитан и разработчик, и Оксана Калеева, маркетолог. Оба участника из Казани. Контакты предоставлены командой для конкурсной презентации.</a:t>
            </a:r>
            <a:endParaRPr/>
          </a:p>
          <a:p xmlns:a="http://schemas.openxmlformats.org/drawingml/2006/main">
            <a:r>
              <a:t>Источники: C:\Users\Misha\Documents\ChatGPT\LCT\outputs\signal-story-20261009\build\facts\truth-sheet.md</a:t>
            </a:r>
            <a:endParaRPr/>
          </a:p>
          <a:p xmlns:a="http://schemas.openxmlformats.org/drawingml/2006/main">
            <a:r>
              <a:t>C:/Users/Misha/Documents/ChatGPT/LCT/signal-ui-refinement-workspace-20261008/docs/delivery-2026-10-09.md</a:t>
            </a:r>
            <a:endParaRPr/>
          </a:p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Завершение рассказа. Функции и демографические примеры относятся к конкурсному прототипу на синтетических данных, а не к фактическому найму.</a:t>
            </a:r>
          </a:p>
          <a:p xmlns:a="http://schemas.openxmlformats.org/drawingml/2006/main">
            <a:r>
              <a:t>Источники: C:\Users\Misha\Documents\ChatGPT\LCT\outputs\signal-story-20261009\build\facts\truth-sheet.md</a:t>
            </a:r>
          </a:p>
          <a:p xmlns:a="http://schemas.openxmlformats.org/drawingml/2006/main">
            <a:r>
              <a:t>C:/Users/Misha/Documents/ChatGPT/LCT/signal-ui-refinement-workspace-20261008/docs/delivery-2026-10-09.md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fe5b94d064e465c" /><Relationship Type="http://schemas.openxmlformats.org/officeDocument/2006/relationships/image" Target="/ppt/media/image2.png" Id="Re7a0d2f5137446a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9b0470ee380486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ebdab561cd8473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d7e87f46c7240b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90368f9e641406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73df452a6034c76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e987e675e7844bd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c514b5a5c0b43d2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950efcf1ee248a0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56ac6759aa84e53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ce1030793a04d5f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5710c3b597e4426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f0c0dc52e204a37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6f4f5bf3b714aa2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02d8bbd43ed49fc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ccf44d02a9341b3" /></Relationships>
</file>

<file path=ppt/slideLayouts/_rels/slideLayout1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ffbdf52ac2b42b7" /></Relationships>
</file>

<file path=ppt/slideLayouts/_rels/slideLayout1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40953fc339340c8" /></Relationships>
</file>

<file path=ppt/slideLayouts/_rels/slideLayout1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6197dd5d60c46a9" /></Relationships>
</file>

<file path=ppt/slideLayouts/_rels/slideLayout2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cf91bf30723482b" /></Relationships>
</file>

<file path=ppt/slideLayouts/_rels/slideLayout2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b313df4339b4443" /></Relationships>
</file>

<file path=ppt/slideLayouts/_rels/slideLayout2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49d0534390742c1" /></Relationships>
</file>

<file path=ppt/slideLayouts/_rels/slideLayout2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2ea0d9b6d644817" /></Relationships>
</file>

<file path=ppt/slideLayouts/slideLayout1.xml><?xml version="1.0" encoding="utf-8"?>
<p:sldLayout xmlns:p="http://schemas.openxmlformats.org/presentationml/2006/main" preserve="1" userDrawn="1">
  <p:cSld name="Титульный слайд">
    <p:bg>
      <p:bgPr>
        <a:blipFill xmlns:a="http://schemas.openxmlformats.org/drawingml/2006/main" rotWithShape="1">
          <a:blip xmlns:r="http://schemas.openxmlformats.org/officeDocument/2006/relationships" r:embed="Re7a0d2f5137446aa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Рисунок 10">
            <a:extLst xmlns:a="http://schemas.openxmlformats.org/drawingml/2006/main">
              <a:ext uri="{FF2B5EF4-FFF2-40B4-BE49-F238E27FC236}">
                <a16:creationId xmlns:a16="http://schemas.microsoft.com/office/drawing/2014/main" id="{DB9898DE-D265-4051-B751-CA3C0058CECA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6792000" y="395288"/>
            <a:ext cx="5400000" cy="5400000"/>
          </a:xfrm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Иконка задачи</a:t>
            </a:r>
          </a:p>
        </p:txBody>
      </p:sp>
      <p:sp>
        <p:nvSpPr>
          <p:cNvPr id="2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BDEF1F2D-30AB-40F9-9975-F952E50B7FCA}"/>
              </a:ext>
            </a:extLst>
          </p:cNvPr>
          <p:cNvSpPr>
            <a:spLocks xmlns:a="http://schemas.openxmlformats.org/drawingml/2006/main" noGrp="1"/>
          </p:cNvSpPr>
          <p:nvPr>
            <p:ph type="ctrTitle" hasCustomPrompt="1"/>
          </p:nvPr>
        </p:nvSpPr>
        <p:spPr>
          <a:xfrm xmlns:a="http://schemas.openxmlformats.org/drawingml/2006/main">
            <a:off x="0" y="4323440"/>
            <a:ext cx="8930641" cy="82701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>
            <a:lvl1pPr marL="0" indent="712788" algn="l">
              <a:buNone/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r>
              <a:t>НАЗВАНИЕ КОМАНДЫ</a:t>
            </a:r>
          </a:p>
        </p:txBody>
      </p:sp>
      <p:sp>
        <p:nvSpPr>
          <p:cNvPr id="42" name="Рисунок 41">
            <a:extLst xmlns:a="http://schemas.openxmlformats.org/drawingml/2006/main">
              <a:ext uri="{FF2B5EF4-FFF2-40B4-BE49-F238E27FC236}">
                <a16:creationId xmlns:a16="http://schemas.microsoft.com/office/drawing/2014/main" id="{37DC0E9B-2679-408D-851C-F21F4ACC673A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802640" y="2911980"/>
            <a:ext cx="3386773" cy="1082589"/>
          </a:xfrm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Логотип/логотипы постановщика задачи</a:t>
            </a:r>
          </a:p>
        </p:txBody>
      </p:sp>
      <p:sp>
        <p:nvSpPr>
          <p:cNvPr id="5" name="Текст 4">
            <a:extLst xmlns:a="http://schemas.openxmlformats.org/drawingml/2006/main">
              <a:ext uri="{FF2B5EF4-FFF2-40B4-BE49-F238E27FC236}">
                <a16:creationId xmlns:a16="http://schemas.microsoft.com/office/drawing/2014/main" id="{93F843A1-4640-4AAD-9DA4-206FA9FF2A48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0" y="5149851"/>
            <a:ext cx="8930641" cy="75717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712788">
              <a:buNone/>
              <a:defRPr sz="1800"/>
            </a:lvl1pPr>
          </a:lstStyle>
          <a:p xmlns:a="http://schemas.openxmlformats.org/drawingml/2006/main">
            <a:r>
              <a:rPr sz="1600" b="0"/>
              <a:t>Номер и название задачи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1_Описание команды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Рисунок 10">
            <a:extLst xmlns:a="http://schemas.openxmlformats.org/drawingml/2006/main">
              <a:ext uri="{FF2B5EF4-FFF2-40B4-BE49-F238E27FC236}">
                <a16:creationId xmlns:a16="http://schemas.microsoft.com/office/drawing/2014/main" id="{DB9898DE-D265-4051-B751-CA3C0058CECA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6894095" y="1044081"/>
            <a:ext cx="4962943" cy="2221824"/>
          </a:xfrm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Фото команды</a:t>
            </a:r>
          </a:p>
        </p:txBody>
      </p:sp>
      <p:sp>
        <p:nvSpPr>
          <p:cNvPr id="2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D1CA6654-BEE5-24C9-BC9D-BB6D2E0BEFAC}"/>
              </a:ext>
            </a:extLst>
          </p:cNvPr>
          <p:cNvSpPr>
            <a:spLocks xmlns:a="http://schemas.openxmlformats.org/drawingml/2006/main" noGrp="1"/>
          </p:cNvSpPr>
          <p:nvPr>
            <p:ph type="title" hasCustomPrompt="1"/>
          </p:nvPr>
        </p:nvSpPr>
        <p:spPr>
          <a:xfrm xmlns:a="http://schemas.openxmlformats.org/drawingml/2006/main">
            <a:off x="346075" y="395288"/>
            <a:ext cx="11244772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КОМАНДА «НАЗВАНИЕ»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Команда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Дата 3">
            <a:extLst xmlns:a="http://schemas.openxmlformats.org/drawingml/2006/main"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67EB9651-F031-4963-AFE9-33BCC0E88757}" type="datetime1">
              <a:t>02.10.2026</a:t>
            </a:fld>
            <a:endParaRPr/>
          </a:p>
        </p:txBody>
      </p:sp>
      <p:sp>
        <p:nvSpPr>
          <p:cNvPr id="6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7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  <p:sp>
        <p:nvSpPr>
          <p:cNvPr id="45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DD9DB7EE-83C4-47FA-86C2-BDA70A053156}"/>
              </a:ext>
            </a:extLst>
          </p:cNvPr>
          <p:cNvSpPr>
            <a:spLocks xmlns:a="http://schemas.openxmlformats.org/drawingml/2006/main" noGrp="1"/>
          </p:cNvSpPr>
          <p:nvPr>
            <p:ph type="title" hasCustomPrompt="1"/>
          </p:nvPr>
        </p:nvSpPr>
        <p:spPr>
          <a:xfrm xmlns:a="http://schemas.openxmlformats.org/drawingml/2006/main">
            <a:off x="346075" y="395288"/>
            <a:ext cx="11244772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КОМАНДА «НАЗВАНИЕ»</a:t>
            </a:r>
          </a:p>
        </p:txBody>
      </p:sp>
      <p:sp>
        <p:nvSpPr>
          <p:cNvPr id="47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FACA3955-006D-424E-AF29-FC0EE3BE8601}"/>
              </a:ext>
            </a:extLst>
          </p:cNvPr>
          <p:cNvSpPr>
            <a:spLocks xmlns:a="http://schemas.openxmlformats.org/drawingml/2006/main" noGrp="1"/>
          </p:cNvSpPr>
          <p:nvPr>
            <p:ph type="body" idx="27" hasCustomPrompt="1"/>
          </p:nvPr>
        </p:nvSpPr>
        <p:spPr>
          <a:xfrm xmlns:a="http://schemas.openxmlformats.org/drawingml/2006/main">
            <a:off x="806323" y="4192124"/>
            <a:ext cx="1843581" cy="157649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Роль в команде</a:t>
            </a:r>
          </a:p>
          <a:p xmlns:a="http://schemas.openxmlformats.org/drawingml/2006/main">
            <a:pPr lvl="0">
              <a:buNone/>
            </a:pPr>
            <a:r>
              <a:t>Telegram</a:t>
            </a:r>
          </a:p>
          <a:p xmlns:a="http://schemas.openxmlformats.org/drawingml/2006/main">
            <a:pPr lvl="0">
              <a:buNone/>
            </a:pPr>
            <a:r>
              <a:t>Номер</a:t>
            </a:r>
          </a:p>
        </p:txBody>
      </p:sp>
      <p:sp>
        <p:nvSpPr>
          <p:cNvPr id="49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D134429E-1F41-4952-92F7-E1A3625ABBD9}"/>
              </a:ext>
            </a:extLst>
          </p:cNvPr>
          <p:cNvSpPr>
            <a:spLocks xmlns:a="http://schemas.openxmlformats.org/drawingml/2006/main" noGrp="1"/>
          </p:cNvSpPr>
          <p:nvPr>
            <p:ph type="body" idx="33" hasCustomPrompt="1"/>
          </p:nvPr>
        </p:nvSpPr>
        <p:spPr>
          <a:xfrm xmlns:a="http://schemas.openxmlformats.org/drawingml/2006/main">
            <a:off x="3014568" y="4192124"/>
            <a:ext cx="1843581" cy="157649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Роль в команде</a:t>
            </a:r>
          </a:p>
          <a:p xmlns:a="http://schemas.openxmlformats.org/drawingml/2006/main">
            <a:pPr lvl="0">
              <a:buNone/>
            </a:pPr>
            <a:r>
              <a:t>Telegram</a:t>
            </a:r>
          </a:p>
          <a:p xmlns:a="http://schemas.openxmlformats.org/drawingml/2006/main">
            <a:pPr lvl="0">
              <a:buNone/>
            </a:pPr>
            <a:r>
              <a:t>Номер</a:t>
            </a:r>
          </a:p>
        </p:txBody>
      </p:sp>
      <p:sp>
        <p:nvSpPr>
          <p:cNvPr id="51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62B71317-1166-483E-8736-3204197AE648}"/>
              </a:ext>
            </a:extLst>
          </p:cNvPr>
          <p:cNvSpPr>
            <a:spLocks xmlns:a="http://schemas.openxmlformats.org/drawingml/2006/main" noGrp="1"/>
          </p:cNvSpPr>
          <p:nvPr>
            <p:ph type="body" idx="35" hasCustomPrompt="1"/>
          </p:nvPr>
        </p:nvSpPr>
        <p:spPr>
          <a:xfrm xmlns:a="http://schemas.openxmlformats.org/drawingml/2006/main">
            <a:off x="5191192" y="4192124"/>
            <a:ext cx="1843581" cy="157649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Роль в команде</a:t>
            </a:r>
          </a:p>
          <a:p xmlns:a="http://schemas.openxmlformats.org/drawingml/2006/main">
            <a:pPr lvl="0">
              <a:buNone/>
            </a:pPr>
            <a:r>
              <a:t>Telegram</a:t>
            </a:r>
          </a:p>
          <a:p xmlns:a="http://schemas.openxmlformats.org/drawingml/2006/main">
            <a:pPr lvl="0">
              <a:buNone/>
            </a:pPr>
            <a:r>
              <a:t>Номер</a:t>
            </a:r>
          </a:p>
        </p:txBody>
      </p:sp>
      <p:sp>
        <p:nvSpPr>
          <p:cNvPr id="53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FE441C73-4DA4-470D-B9C8-52D6075710B5}"/>
              </a:ext>
            </a:extLst>
          </p:cNvPr>
          <p:cNvSpPr>
            <a:spLocks xmlns:a="http://schemas.openxmlformats.org/drawingml/2006/main" noGrp="1"/>
          </p:cNvSpPr>
          <p:nvPr>
            <p:ph type="body" idx="37" hasCustomPrompt="1"/>
          </p:nvPr>
        </p:nvSpPr>
        <p:spPr>
          <a:xfrm xmlns:a="http://schemas.openxmlformats.org/drawingml/2006/main">
            <a:off x="7366644" y="4192124"/>
            <a:ext cx="1843581" cy="157649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Роль в команде</a:t>
            </a:r>
          </a:p>
          <a:p xmlns:a="http://schemas.openxmlformats.org/drawingml/2006/main">
            <a:pPr lvl="0">
              <a:buNone/>
            </a:pPr>
            <a:r>
              <a:t>Telegram</a:t>
            </a:r>
          </a:p>
          <a:p xmlns:a="http://schemas.openxmlformats.org/drawingml/2006/main">
            <a:pPr lvl="0">
              <a:buNone/>
            </a:pPr>
            <a:r>
              <a:t>Номер</a:t>
            </a:r>
          </a:p>
        </p:txBody>
      </p:sp>
      <p:sp>
        <p:nvSpPr>
          <p:cNvPr id="55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8792BADF-06A6-41F5-BB39-A425B78E145D}"/>
              </a:ext>
            </a:extLst>
          </p:cNvPr>
          <p:cNvSpPr>
            <a:spLocks xmlns:a="http://schemas.openxmlformats.org/drawingml/2006/main" noGrp="1"/>
          </p:cNvSpPr>
          <p:nvPr>
            <p:ph type="body" idx="39" hasCustomPrompt="1"/>
          </p:nvPr>
        </p:nvSpPr>
        <p:spPr>
          <a:xfrm xmlns:a="http://schemas.openxmlformats.org/drawingml/2006/main">
            <a:off x="9542096" y="4192124"/>
            <a:ext cx="1843581" cy="157649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Роль в команде</a:t>
            </a:r>
          </a:p>
          <a:p xmlns:a="http://schemas.openxmlformats.org/drawingml/2006/main">
            <a:pPr lvl="0">
              <a:buNone/>
            </a:pPr>
            <a:r>
              <a:t>Telegram</a:t>
            </a:r>
          </a:p>
          <a:p xmlns:a="http://schemas.openxmlformats.org/drawingml/2006/main">
            <a:pPr lvl="0">
              <a:buNone/>
            </a:pPr>
            <a:r>
              <a:t>Номер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Пустой с заголовком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Дата 3">
            <a:extLst xmlns:a="http://schemas.openxmlformats.org/drawingml/2006/main">
              <a:ext uri="{FF2B5EF4-FFF2-40B4-BE49-F238E27FC236}">
                <a16:creationId xmlns:a16="http://schemas.microsoft.com/office/drawing/2014/main" id="{1BE2B7EA-895D-4C57-B021-3ADF48C59837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1021F813-DBA1-42EC-A748-A9CC16659E6B}" type="datetime1">
              <a:t>02.10.2026</a:t>
            </a:fld>
            <a:endParaRPr/>
          </a:p>
        </p:txBody>
      </p:sp>
      <p:sp>
        <p:nvSpPr>
          <p:cNvPr id="10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8A502BD2-9512-4029-B654-E898F0583F06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11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E6724899-9B39-4945-8292-0304D1DFF6A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preserve="1" userDrawn="1">
  <p:cSld name="Заголовок и объект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35915C91-9468-44E0-9A6A-47C151E1C59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15392" y="1016177"/>
            <a:ext cx="11561229" cy="516079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>
            <a:lvl1pPr>
              <a:buNone/>
              <a:defRPr>
                <a:solidFill>
                  <a:schemeClr val="bg1">
                    <a:lumMod val="95000"/>
                  </a:schemeClr>
                </a:solidFill>
              </a:defRPr>
            </a:lvl1pPr>
            <a:lvl2pPr>
              <a:buNone/>
              <a:defRPr>
                <a:solidFill>
                  <a:schemeClr val="bg1">
                    <a:lumMod val="95000"/>
                  </a:schemeClr>
                </a:solidFill>
              </a:defRPr>
            </a:lvl2pPr>
            <a:lvl3pPr>
              <a:buNone/>
              <a:defRPr>
                <a:solidFill>
                  <a:schemeClr val="bg1">
                    <a:lumMod val="95000"/>
                  </a:schemeClr>
                </a:solidFill>
              </a:defRPr>
            </a:lvl3pPr>
            <a:lvl4pPr>
              <a:buNone/>
              <a:defRPr>
                <a:solidFill>
                  <a:schemeClr val="bg1">
                    <a:lumMod val="95000"/>
                  </a:schemeClr>
                </a:solidFill>
              </a:defRPr>
            </a:lvl4pPr>
            <a:lvl5pPr>
              <a:buNone/>
              <a:defRPr>
                <a:solidFill>
                  <a:schemeClr val="bg1">
                    <a:lumMod val="95000"/>
                  </a:schemeClr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21" name="Дата 3">
            <a:extLst xmlns:a="http://schemas.openxmlformats.org/drawingml/2006/main">
              <a:ext uri="{FF2B5EF4-FFF2-40B4-BE49-F238E27FC236}">
                <a16:creationId xmlns:a16="http://schemas.microsoft.com/office/drawing/2014/main" id="{6043336A-E468-4FC7-B11B-D72F244391A9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7DE2642A-6018-4CC1-81AB-5FD8D2782D4F}" type="datetime1">
              <a:t>02.10.2026</a:t>
            </a:fld>
            <a:endParaRPr/>
          </a:p>
        </p:txBody>
      </p:sp>
      <p:sp>
        <p:nvSpPr>
          <p:cNvPr id="22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49E78A2F-D265-4D7D-BF63-75BF9ACF92A0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23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25A0EB89-1F02-40E6-9D89-EAA34874BF0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  <p:sp>
        <p:nvSpPr>
          <p:cNvPr id="24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D3BCB09B-B5ED-4308-BCBC-7DB6BF7E0D1C}"/>
              </a:ext>
            </a:extLst>
          </p:cNvPr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346075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>
            <a:lvl1pPr>
              <a:buNone/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r>
              <a:t>ОБРАЗЕЦ ЗАГОЛОВКА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preserve="1" userDrawn="1">
  <p:cSld name="Два объекта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Объект 2">
            <a:extLst xmlns:a="http://schemas.openxmlformats.org/drawingml/2006/main">
              <a:ext uri="{FF2B5EF4-FFF2-40B4-BE49-F238E27FC236}">
                <a16:creationId xmlns:a16="http://schemas.microsoft.com/office/drawing/2014/main" id="{DE4079CB-26E5-4E7E-8375-84F47484485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15387" y="1016001"/>
            <a:ext cx="5704418" cy="5184774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4" name="Объект 3">
            <a:extLst xmlns:a="http://schemas.openxmlformats.org/drawingml/2006/main">
              <a:ext uri="{FF2B5EF4-FFF2-40B4-BE49-F238E27FC236}">
                <a16:creationId xmlns:a16="http://schemas.microsoft.com/office/drawing/2014/main" id="{C0B9B70F-56BE-4BFF-9AF1-3E24439A89A7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6" y="1016001"/>
            <a:ext cx="5670473" cy="5184774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14" name="Дата 3">
            <a:extLst xmlns:a="http://schemas.openxmlformats.org/drawingml/2006/main">
              <a:ext uri="{FF2B5EF4-FFF2-40B4-BE49-F238E27FC236}">
                <a16:creationId xmlns:a16="http://schemas.microsoft.com/office/drawing/2014/main" id="{A4424B46-3BA8-41B1-9808-8558C0F0E6E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43014BBE-C503-4380-A869-5EE8294FE947}" type="datetime1">
              <a:t>02.10.2026</a:t>
            </a:fld>
            <a:endParaRPr/>
          </a:p>
        </p:txBody>
      </p:sp>
      <p:sp>
        <p:nvSpPr>
          <p:cNvPr id="15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4D73747B-1894-47A4-9E8B-797D1562EA76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16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C3B5973-5E99-43F7-82C6-8E450D7A985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  <p:sp>
        <p:nvSpPr>
          <p:cNvPr id="17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96698D82-4C1C-4876-84CF-285AAC9104D9}"/>
              </a:ext>
            </a:extLst>
          </p:cNvPr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346075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 preserve="1" userDrawn="1">
  <p:cSld name="Сравнение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D286EEAA-87D1-47A5-B9C0-E5BAD703F03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5386" y="1015427"/>
            <a:ext cx="5682193" cy="365125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 marL="0" indent="0">
              <a:buNone/>
              <a:defRPr sz="1400" b="1"/>
            </a:lvl1pPr>
            <a:lvl2pPr marL="289378" indent="0">
              <a:buNone/>
              <a:defRPr sz="1266" b="1"/>
            </a:lvl2pPr>
            <a:lvl3pPr marL="578755" indent="0">
              <a:buNone/>
              <a:defRPr sz="1141" b="1"/>
            </a:lvl3pPr>
            <a:lvl4pPr marL="868132" indent="0">
              <a:buNone/>
              <a:defRPr sz="1013" b="1"/>
            </a:lvl4pPr>
            <a:lvl5pPr marL="1157510" indent="0">
              <a:buNone/>
              <a:defRPr sz="1013" b="1"/>
            </a:lvl5pPr>
            <a:lvl6pPr marL="1446887" indent="0">
              <a:buNone/>
              <a:defRPr sz="1013" b="1"/>
            </a:lvl6pPr>
            <a:lvl7pPr marL="1736266" indent="0">
              <a:buNone/>
              <a:defRPr sz="1013" b="1"/>
            </a:lvl7pPr>
            <a:lvl8pPr marL="2025644" indent="0">
              <a:buNone/>
              <a:defRPr sz="1013" b="1"/>
            </a:lvl8pPr>
            <a:lvl9pPr marL="2315021" indent="0">
              <a:buNone/>
              <a:defRPr sz="1013" b="1"/>
            </a:lvl9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4" name="Объект 3">
            <a:extLst xmlns:a="http://schemas.openxmlformats.org/drawingml/2006/main">
              <a:ext uri="{FF2B5EF4-FFF2-40B4-BE49-F238E27FC236}">
                <a16:creationId xmlns:a16="http://schemas.microsoft.com/office/drawing/2014/main" id="{4A2D29F1-B583-4C98-B07B-171DC3552B42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349334" y="1598615"/>
            <a:ext cx="5648250" cy="460216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  <a:endParaRPr/>
          </a:p>
        </p:txBody>
      </p:sp>
      <p:sp>
        <p:nvSpPr>
          <p:cNvPr id="5" name="Текст 4">
            <a:extLst xmlns:a="http://schemas.openxmlformats.org/drawingml/2006/main">
              <a:ext uri="{FF2B5EF4-FFF2-40B4-BE49-F238E27FC236}">
                <a16:creationId xmlns:a16="http://schemas.microsoft.com/office/drawing/2014/main" id="{DE6D3064-465D-4982-AF9F-41FF98FCBF98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5" y="1015427"/>
            <a:ext cx="5684841" cy="365125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 marL="0" indent="0">
              <a:buNone/>
              <a:defRPr sz="1400" b="1"/>
            </a:lvl1pPr>
            <a:lvl2pPr marL="289378" indent="0">
              <a:buNone/>
              <a:defRPr sz="1266" b="1"/>
            </a:lvl2pPr>
            <a:lvl3pPr marL="578755" indent="0">
              <a:buNone/>
              <a:defRPr sz="1141" b="1"/>
            </a:lvl3pPr>
            <a:lvl4pPr marL="868132" indent="0">
              <a:buNone/>
              <a:defRPr sz="1013" b="1"/>
            </a:lvl4pPr>
            <a:lvl5pPr marL="1157510" indent="0">
              <a:buNone/>
              <a:defRPr sz="1013" b="1"/>
            </a:lvl5pPr>
            <a:lvl6pPr marL="1446887" indent="0">
              <a:buNone/>
              <a:defRPr sz="1013" b="1"/>
            </a:lvl6pPr>
            <a:lvl7pPr marL="1736266" indent="0">
              <a:buNone/>
              <a:defRPr sz="1013" b="1"/>
            </a:lvl7pPr>
            <a:lvl8pPr marL="2025644" indent="0">
              <a:buNone/>
              <a:defRPr sz="1013" b="1"/>
            </a:lvl8pPr>
            <a:lvl9pPr marL="2315021" indent="0">
              <a:buNone/>
              <a:defRPr sz="1013" b="1"/>
            </a:lvl9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6" name="Объект 5">
            <a:extLst xmlns:a="http://schemas.openxmlformats.org/drawingml/2006/main">
              <a:ext uri="{FF2B5EF4-FFF2-40B4-BE49-F238E27FC236}">
                <a16:creationId xmlns:a16="http://schemas.microsoft.com/office/drawing/2014/main" id="{960E92CA-C4D7-4946-B437-9FCD4AA3134C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2" y="1598615"/>
            <a:ext cx="5670473" cy="460216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12" name="Дата 3">
            <a:extLst xmlns:a="http://schemas.openxmlformats.org/drawingml/2006/main">
              <a:ext uri="{FF2B5EF4-FFF2-40B4-BE49-F238E27FC236}">
                <a16:creationId xmlns:a16="http://schemas.microsoft.com/office/drawing/2014/main" id="{50BC46DB-57AA-4551-8F67-742F842E120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0D568497-304A-497F-ADAE-97D3CF462C1C}" type="datetime1">
              <a:t>02.10.2026</a:t>
            </a:fld>
            <a:endParaRPr/>
          </a:p>
        </p:txBody>
      </p:sp>
      <p:sp>
        <p:nvSpPr>
          <p:cNvPr id="13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F2048DE5-D653-4BDE-8495-A22EF4A50AE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14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E0E8C4D1-B7B4-4A6B-87A1-354341CD6A0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  <p:sp>
        <p:nvSpPr>
          <p:cNvPr id="15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B533CD5F-4B3E-426C-9977-6EFBE36EEA5D}"/>
              </a:ext>
            </a:extLst>
          </p:cNvPr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349334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</p:spTree>
  </p:cSld>
</p:sldLayout>
</file>

<file path=ppt/slideLayouts/slideLayout8.xml><?xml version="1.0" encoding="utf-8"?>
<p:sldLayout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Дата 3">
            <a:extLst xmlns:a="http://schemas.openxmlformats.org/drawingml/2006/main"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92CB240C-04A3-49D4-83F9-87A9C6C414DC}" type="datetime1">
              <a:t>02.10.2026</a:t>
            </a:fld>
            <a:endParaRPr/>
          </a:p>
        </p:txBody>
      </p:sp>
      <p:sp>
        <p:nvSpPr>
          <p:cNvPr id="6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7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78799615-B88F-452A-A6CA-6793B831650C}"/>
              </a:ext>
            </a:extLst>
          </p:cNvPr>
          <p:cNvSpPr>
            <a:spLocks xmlns:a="http://schemas.openxmlformats.org/drawingml/2006/main" noGrp="1"/>
          </p:cNvSpPr>
          <p:nvPr>
            <p:ph type="title" hasCustomPrompt="1"/>
          </p:nvPr>
        </p:nvSpPr>
        <p:spPr>
          <a:xfrm xmlns:a="http://schemas.openxmlformats.org/drawingml/2006/main">
            <a:off x="334966" y="1015999"/>
            <a:ext cx="4437062" cy="121341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2400"/>
            </a:lvl1pPr>
          </a:lstStyle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3" name="Объект 2">
            <a:extLst xmlns:a="http://schemas.openxmlformats.org/drawingml/2006/main">
              <a:ext uri="{FF2B5EF4-FFF2-40B4-BE49-F238E27FC236}">
                <a16:creationId xmlns:a16="http://schemas.microsoft.com/office/drawing/2014/main" id="{5B30D2CC-2D7F-43FF-B9B4-355F7E46430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94" y="1015999"/>
            <a:ext cx="6673847" cy="5049521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773"/>
            </a:lvl1pPr>
            <a:lvl2pPr>
              <a:buNone/>
              <a:defRPr sz="1520"/>
            </a:lvl2pPr>
            <a:lvl3pPr>
              <a:buNone/>
              <a:defRPr sz="1266"/>
            </a:lvl3pPr>
            <a:lvl4pPr>
              <a:buNone/>
              <a:defRPr sz="1141"/>
            </a:lvl4pPr>
            <a:lvl5pPr>
              <a:buNone/>
              <a:defRPr sz="1141"/>
            </a:lvl5pPr>
            <a:lvl6pPr>
              <a:buNone/>
              <a:defRPr sz="1266"/>
            </a:lvl6pPr>
            <a:lvl7pPr>
              <a:buNone/>
              <a:defRPr sz="1266"/>
            </a:lvl7pPr>
            <a:lvl8pPr>
              <a:buNone/>
              <a:defRPr sz="1266"/>
            </a:lvl8pPr>
            <a:lvl9pPr>
              <a:buNone/>
              <a:defRPr sz="1266"/>
            </a:lvl9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4" name="Текст 3">
            <a:extLst xmlns:a="http://schemas.openxmlformats.org/drawingml/2006/main">
              <a:ext uri="{FF2B5EF4-FFF2-40B4-BE49-F238E27FC236}">
                <a16:creationId xmlns:a16="http://schemas.microsoft.com/office/drawing/2014/main" id="{23E8D86B-609C-423A-9220-D7DC81877B7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334966" y="2428239"/>
            <a:ext cx="4437062" cy="3637281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buNone/>
              <a:defRPr sz="1400"/>
            </a:lvl1pPr>
            <a:lvl2pPr marL="289378" indent="0">
              <a:buNone/>
              <a:defRPr sz="886"/>
            </a:lvl2pPr>
            <a:lvl3pPr marL="578755" indent="0">
              <a:buNone/>
              <a:defRPr sz="760"/>
            </a:lvl3pPr>
            <a:lvl4pPr marL="868132" indent="0">
              <a:buNone/>
              <a:defRPr sz="631"/>
            </a:lvl4pPr>
            <a:lvl5pPr marL="1157510" indent="0">
              <a:buNone/>
              <a:defRPr sz="631"/>
            </a:lvl5pPr>
            <a:lvl6pPr marL="1446887" indent="0">
              <a:buNone/>
              <a:defRPr sz="631"/>
            </a:lvl6pPr>
            <a:lvl7pPr marL="1736266" indent="0">
              <a:buNone/>
              <a:defRPr sz="631"/>
            </a:lvl7pPr>
            <a:lvl8pPr marL="2025644" indent="0">
              <a:buNone/>
              <a:defRPr sz="631"/>
            </a:lvl8pPr>
            <a:lvl9pPr marL="2315021" indent="0">
              <a:buNone/>
              <a:defRPr sz="631"/>
            </a:lvl9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8" name="Дата 3">
            <a:extLst xmlns:a="http://schemas.openxmlformats.org/drawingml/2006/main">
              <a:ext uri="{FF2B5EF4-FFF2-40B4-BE49-F238E27FC236}">
                <a16:creationId xmlns:a16="http://schemas.microsoft.com/office/drawing/2014/main" id="{3D3B951D-08AE-4736-8D36-4EB9974DAC4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DE74468B-3512-454B-AB51-7AE95604D39E}" type="datetime1">
              <a:t>02.10.2026</a:t>
            </a:fld>
            <a:endParaRPr/>
          </a:p>
        </p:txBody>
      </p:sp>
      <p:sp>
        <p:nvSpPr>
          <p:cNvPr id="9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D1D906C7-232A-4192-A02B-35F76470023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10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E0F42FE-1DE2-4412-B92B-28748FBE7FC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preserve="1" userDrawn="1">
  <p:cSld name="Рисунок с подписью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Дата 4">
            <a:extLst xmlns:a="http://schemas.openxmlformats.org/drawingml/2006/main">
              <a:ext uri="{FF2B5EF4-FFF2-40B4-BE49-F238E27FC236}">
                <a16:creationId xmlns:a16="http://schemas.microsoft.com/office/drawing/2014/main" id="{6492DF34-242F-4712-ACC0-85E96FE0065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BAB2196-A440-4E25-B9FF-D0ADB01B1A15}" type="datetime1">
              <a:t>02.10.2026</a:t>
            </a:fld>
            <a:endParaRPr/>
          </a:p>
        </p:txBody>
      </p:sp>
      <p:sp>
        <p:nvSpPr>
          <p:cNvPr id="6" name="Нижний колонтитул 5">
            <a:extLst xmlns:a="http://schemas.openxmlformats.org/drawingml/2006/main">
              <a:ext uri="{FF2B5EF4-FFF2-40B4-BE49-F238E27FC236}">
                <a16:creationId xmlns:a16="http://schemas.microsoft.com/office/drawing/2014/main" id="{A5BFC209-E220-4DB1-9582-A06EDB70669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F045645C-2F92-4AF1-B96A-C79DEB76E78C}"/>
              </a:ext>
            </a:extLst>
          </p:cNvPr>
          <p:cNvSpPr>
            <a:spLocks xmlns:a="http://schemas.openxmlformats.org/drawingml/2006/main" noGrp="1"/>
          </p:cNvSpPr>
          <p:nvPr>
            <p:ph type="ctrTitle" hasCustomPrompt="1"/>
          </p:nvPr>
        </p:nvSpPr>
        <p:spPr>
          <a:xfrm xmlns:a="http://schemas.openxmlformats.org/drawingml/2006/main">
            <a:off x="802640" y="3922529"/>
            <a:ext cx="5293359" cy="1654542"/>
          </a:xfrm>
        </p:spPr>
        <p:txBody>
          <a:bodyPr xmlns:a="http://schemas.openxmlformats.org/drawingml/2006/main" anchor="ctr"/>
          <a:lstStyle xmlns:a="http://schemas.openxmlformats.org/drawingml/2006/main">
            <a:lvl1pPr algn="l">
              <a:buNone/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18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424E19F6-1411-4AFE-9677-D4180DA214C9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preserve="1" userDrawn="1">
  <p:cSld name="Содержание_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Дата 3">
            <a:extLst xmlns:a="http://schemas.openxmlformats.org/drawingml/2006/main"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C7BAE699-64F9-49EF-B784-2DEF2B221955}" type="datetime1">
              <a:t>02.10.2026</a:t>
            </a:fld>
            <a:endParaRPr/>
          </a:p>
        </p:txBody>
      </p:sp>
      <p:sp>
        <p:nvSpPr>
          <p:cNvPr id="6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7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  <p:sp>
        <p:nvSpPr>
          <p:cNvPr id="11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A8E19DA3-4B31-4259-B9A7-5F7A2E642854}"/>
              </a:ext>
            </a:extLst>
          </p:cNvPr>
          <p:cNvSpPr>
            <a:spLocks xmlns:a="http://schemas.openxmlformats.org/drawingml/2006/main" noGrp="1"/>
          </p:cNvSpPr>
          <p:nvPr>
            <p:ph type="body" idx="37" hasCustomPrompt="1"/>
          </p:nvPr>
        </p:nvSpPr>
        <p:spPr>
          <a:xfrm xmlns:a="http://schemas.openxmlformats.org/drawingml/2006/main">
            <a:off x="1873541" y="1222713"/>
            <a:ext cx="3866856" cy="423628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Заголовок</a:t>
            </a:r>
          </a:p>
        </p:txBody>
      </p:sp>
      <p:sp>
        <p:nvSpPr>
          <p:cNvPr id="12" name="Текст 9">
            <a:extLst xmlns:a="http://schemas.openxmlformats.org/drawingml/2006/main">
              <a:ext uri="{FF2B5EF4-FFF2-40B4-BE49-F238E27FC236}">
                <a16:creationId xmlns:a16="http://schemas.microsoft.com/office/drawing/2014/main" id="{42FEA996-0F55-4FCB-8FCC-C78FEA766CFA}"/>
              </a:ext>
            </a:extLst>
          </p:cNvPr>
          <p:cNvSpPr>
            <a:spLocks xmlns:a="http://schemas.openxmlformats.org/drawingml/2006/main" noGrp="1"/>
          </p:cNvSpPr>
          <p:nvPr>
            <p:ph type="body" idx="38" hasCustomPrompt="1"/>
          </p:nvPr>
        </p:nvSpPr>
        <p:spPr>
          <a:xfrm xmlns:a="http://schemas.openxmlformats.org/drawingml/2006/main">
            <a:off x="1873544" y="1790324"/>
            <a:ext cx="3866856" cy="672075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2pPr>
              <a:buNone/>
              <a:defRPr sz="1400"/>
            </a:lvl2pPr>
          </a:lstStyle>
          <a:p xmlns:a="http://schemas.openxmlformats.org/drawingml/2006/main">
            <a:pPr lvl="1">
              <a:buNone/>
            </a:pPr>
            <a:r>
              <a:t>Описание</a:t>
            </a:r>
          </a:p>
        </p:txBody>
      </p:sp>
      <p:sp>
        <p:nvSpPr>
          <p:cNvPr id="13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C4D8DFD8-867D-4062-800E-27B73FA83BFA}"/>
              </a:ext>
            </a:extLst>
          </p:cNvPr>
          <p:cNvSpPr>
            <a:spLocks xmlns:a="http://schemas.openxmlformats.org/drawingml/2006/main" noGrp="1"/>
          </p:cNvSpPr>
          <p:nvPr>
            <p:ph type="body" idx="39" hasCustomPrompt="1"/>
          </p:nvPr>
        </p:nvSpPr>
        <p:spPr>
          <a:xfrm xmlns:a="http://schemas.openxmlformats.org/drawingml/2006/main">
            <a:off x="1854185" y="2826697"/>
            <a:ext cx="3866856" cy="403756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Заголовок</a:t>
            </a:r>
          </a:p>
        </p:txBody>
      </p:sp>
      <p:sp>
        <p:nvSpPr>
          <p:cNvPr id="14" name="Текст 9">
            <a:extLst xmlns:a="http://schemas.openxmlformats.org/drawingml/2006/main">
              <a:ext uri="{FF2B5EF4-FFF2-40B4-BE49-F238E27FC236}">
                <a16:creationId xmlns:a16="http://schemas.microsoft.com/office/drawing/2014/main" id="{01B4FB59-79EB-42C6-8468-505204DD843D}"/>
              </a:ext>
            </a:extLst>
          </p:cNvPr>
          <p:cNvSpPr>
            <a:spLocks xmlns:a="http://schemas.openxmlformats.org/drawingml/2006/main" noGrp="1"/>
          </p:cNvSpPr>
          <p:nvPr>
            <p:ph type="body" idx="40" hasCustomPrompt="1"/>
          </p:nvPr>
        </p:nvSpPr>
        <p:spPr>
          <a:xfrm xmlns:a="http://schemas.openxmlformats.org/drawingml/2006/main">
            <a:off x="1854185" y="3374436"/>
            <a:ext cx="3866856" cy="672075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2pPr>
              <a:buNone/>
              <a:defRPr sz="1400"/>
            </a:lvl2pPr>
          </a:lstStyle>
          <a:p xmlns:a="http://schemas.openxmlformats.org/drawingml/2006/main">
            <a:pPr lvl="1">
              <a:buNone/>
            </a:pPr>
            <a:r>
              <a:t>Описание</a:t>
            </a:r>
          </a:p>
        </p:txBody>
      </p:sp>
      <p:sp>
        <p:nvSpPr>
          <p:cNvPr id="15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2DD2E24E-A578-41A0-8812-3CEB5EB7DE20}"/>
              </a:ext>
            </a:extLst>
          </p:cNvPr>
          <p:cNvSpPr>
            <a:spLocks xmlns:a="http://schemas.openxmlformats.org/drawingml/2006/main" noGrp="1"/>
          </p:cNvSpPr>
          <p:nvPr>
            <p:ph type="body" idx="41" hasCustomPrompt="1"/>
          </p:nvPr>
        </p:nvSpPr>
        <p:spPr>
          <a:xfrm xmlns:a="http://schemas.openxmlformats.org/drawingml/2006/main">
            <a:off x="1854185" y="4410809"/>
            <a:ext cx="3866856" cy="403913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Заголовок</a:t>
            </a:r>
          </a:p>
        </p:txBody>
      </p:sp>
      <p:sp>
        <p:nvSpPr>
          <p:cNvPr id="16" name="Текст 9">
            <a:extLst xmlns:a="http://schemas.openxmlformats.org/drawingml/2006/main">
              <a:ext uri="{FF2B5EF4-FFF2-40B4-BE49-F238E27FC236}">
                <a16:creationId xmlns:a16="http://schemas.microsoft.com/office/drawing/2014/main" id="{29120726-8DD9-4194-A282-2630D18F49EA}"/>
              </a:ext>
            </a:extLst>
          </p:cNvPr>
          <p:cNvSpPr>
            <a:spLocks xmlns:a="http://schemas.openxmlformats.org/drawingml/2006/main" noGrp="1"/>
          </p:cNvSpPr>
          <p:nvPr>
            <p:ph type="body" idx="42" hasCustomPrompt="1"/>
          </p:nvPr>
        </p:nvSpPr>
        <p:spPr>
          <a:xfrm xmlns:a="http://schemas.openxmlformats.org/drawingml/2006/main">
            <a:off x="1854185" y="4958548"/>
            <a:ext cx="3866856" cy="672075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2pPr>
              <a:buNone/>
              <a:defRPr sz="1400"/>
            </a:lvl2pPr>
          </a:lstStyle>
          <a:p xmlns:a="http://schemas.openxmlformats.org/drawingml/2006/main">
            <a:pPr lvl="1">
              <a:buNone/>
            </a:pPr>
            <a:r>
              <a:t>Описание</a:t>
            </a:r>
          </a:p>
        </p:txBody>
      </p:sp>
      <p:sp>
        <p:nvSpPr>
          <p:cNvPr id="20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F30BC2DD-F35E-474E-A833-EA478E7F80B7}"/>
              </a:ext>
            </a:extLst>
          </p:cNvPr>
          <p:cNvSpPr>
            <a:spLocks xmlns:a="http://schemas.openxmlformats.org/drawingml/2006/main" noGrp="1"/>
          </p:cNvSpPr>
          <p:nvPr>
            <p:ph type="body" idx="43" hasCustomPrompt="1"/>
          </p:nvPr>
        </p:nvSpPr>
        <p:spPr>
          <a:xfrm xmlns:a="http://schemas.openxmlformats.org/drawingml/2006/main">
            <a:off x="7546648" y="1222713"/>
            <a:ext cx="3866856" cy="423628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Заголовок</a:t>
            </a:r>
          </a:p>
        </p:txBody>
      </p:sp>
      <p:sp>
        <p:nvSpPr>
          <p:cNvPr id="21" name="Текст 9">
            <a:extLst xmlns:a="http://schemas.openxmlformats.org/drawingml/2006/main">
              <a:ext uri="{FF2B5EF4-FFF2-40B4-BE49-F238E27FC236}">
                <a16:creationId xmlns:a16="http://schemas.microsoft.com/office/drawing/2014/main" id="{7124A073-4FEB-4F54-A9B4-6797D7B46CC3}"/>
              </a:ext>
            </a:extLst>
          </p:cNvPr>
          <p:cNvSpPr>
            <a:spLocks xmlns:a="http://schemas.openxmlformats.org/drawingml/2006/main" noGrp="1"/>
          </p:cNvSpPr>
          <p:nvPr>
            <p:ph type="body" idx="44" hasCustomPrompt="1"/>
          </p:nvPr>
        </p:nvSpPr>
        <p:spPr>
          <a:xfrm xmlns:a="http://schemas.openxmlformats.org/drawingml/2006/main">
            <a:off x="7546651" y="1790324"/>
            <a:ext cx="3866856" cy="672075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2pPr>
              <a:buNone/>
              <a:defRPr sz="1400"/>
            </a:lvl2pPr>
          </a:lstStyle>
          <a:p xmlns:a="http://schemas.openxmlformats.org/drawingml/2006/main">
            <a:pPr lvl="1">
              <a:buNone/>
            </a:pPr>
            <a:r>
              <a:t>Описание</a:t>
            </a:r>
          </a:p>
        </p:txBody>
      </p:sp>
      <p:sp>
        <p:nvSpPr>
          <p:cNvPr id="22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17FB4F65-9ABC-4376-8283-0F33F9BB91D6}"/>
              </a:ext>
            </a:extLst>
          </p:cNvPr>
          <p:cNvSpPr>
            <a:spLocks xmlns:a="http://schemas.openxmlformats.org/drawingml/2006/main" noGrp="1"/>
          </p:cNvSpPr>
          <p:nvPr>
            <p:ph type="body" idx="45" hasCustomPrompt="1"/>
          </p:nvPr>
        </p:nvSpPr>
        <p:spPr>
          <a:xfrm xmlns:a="http://schemas.openxmlformats.org/drawingml/2006/main">
            <a:off x="7527292" y="2826697"/>
            <a:ext cx="3866856" cy="403756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Заголовок</a:t>
            </a:r>
          </a:p>
        </p:txBody>
      </p:sp>
      <p:sp>
        <p:nvSpPr>
          <p:cNvPr id="23" name="Текст 9">
            <a:extLst xmlns:a="http://schemas.openxmlformats.org/drawingml/2006/main">
              <a:ext uri="{FF2B5EF4-FFF2-40B4-BE49-F238E27FC236}">
                <a16:creationId xmlns:a16="http://schemas.microsoft.com/office/drawing/2014/main" id="{C2E3AAAD-E9EB-4A42-ADAF-EDA850F01ED1}"/>
              </a:ext>
            </a:extLst>
          </p:cNvPr>
          <p:cNvSpPr>
            <a:spLocks xmlns:a="http://schemas.openxmlformats.org/drawingml/2006/main" noGrp="1"/>
          </p:cNvSpPr>
          <p:nvPr>
            <p:ph type="body" idx="46" hasCustomPrompt="1"/>
          </p:nvPr>
        </p:nvSpPr>
        <p:spPr>
          <a:xfrm xmlns:a="http://schemas.openxmlformats.org/drawingml/2006/main">
            <a:off x="7527292" y="3374436"/>
            <a:ext cx="3866856" cy="672075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2pPr>
              <a:buNone/>
              <a:defRPr sz="1400"/>
            </a:lvl2pPr>
          </a:lstStyle>
          <a:p xmlns:a="http://schemas.openxmlformats.org/drawingml/2006/main">
            <a:pPr lvl="1">
              <a:buNone/>
            </a:pPr>
            <a:r>
              <a:t>Описание</a:t>
            </a:r>
          </a:p>
        </p:txBody>
      </p:sp>
      <p:sp>
        <p:nvSpPr>
          <p:cNvPr id="24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835470A4-56EB-4A53-A875-42155372D2DA}"/>
              </a:ext>
            </a:extLst>
          </p:cNvPr>
          <p:cNvSpPr>
            <a:spLocks xmlns:a="http://schemas.openxmlformats.org/drawingml/2006/main" noGrp="1"/>
          </p:cNvSpPr>
          <p:nvPr>
            <p:ph type="body" idx="47" hasCustomPrompt="1"/>
          </p:nvPr>
        </p:nvSpPr>
        <p:spPr>
          <a:xfrm xmlns:a="http://schemas.openxmlformats.org/drawingml/2006/main">
            <a:off x="7527292" y="4410809"/>
            <a:ext cx="3866856" cy="403913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Заголовок</a:t>
            </a:r>
          </a:p>
        </p:txBody>
      </p:sp>
      <p:sp>
        <p:nvSpPr>
          <p:cNvPr id="25" name="Текст 9">
            <a:extLst xmlns:a="http://schemas.openxmlformats.org/drawingml/2006/main">
              <a:ext uri="{FF2B5EF4-FFF2-40B4-BE49-F238E27FC236}">
                <a16:creationId xmlns:a16="http://schemas.microsoft.com/office/drawing/2014/main" id="{ED3CC4C2-7EF9-4A4B-BDD1-B16EF36B84C3}"/>
              </a:ext>
            </a:extLst>
          </p:cNvPr>
          <p:cNvSpPr>
            <a:spLocks xmlns:a="http://schemas.openxmlformats.org/drawingml/2006/main" noGrp="1"/>
          </p:cNvSpPr>
          <p:nvPr>
            <p:ph type="body" idx="48" hasCustomPrompt="1"/>
          </p:nvPr>
        </p:nvSpPr>
        <p:spPr>
          <a:xfrm xmlns:a="http://schemas.openxmlformats.org/drawingml/2006/main">
            <a:off x="7527292" y="4958548"/>
            <a:ext cx="3866856" cy="672075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2pPr>
              <a:buNone/>
              <a:defRPr sz="1400"/>
            </a:lvl2pPr>
          </a:lstStyle>
          <a:p xmlns:a="http://schemas.openxmlformats.org/drawingml/2006/main">
            <a:pPr lvl="1">
              <a:buNone/>
            </a:pPr>
            <a:r>
              <a:t>Описание</a:t>
            </a:r>
          </a:p>
        </p:txBody>
      </p:sp>
      <p:sp>
        <p:nvSpPr>
          <p:cNvPr id="26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346075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27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53CEA4EC-5717-426C-A1A1-534D0A055245}"/>
              </a:ext>
            </a:extLst>
          </p:cNvPr>
          <p:cNvSpPr>
            <a:spLocks xmlns:a="http://schemas.openxmlformats.org/drawingml/2006/main" noGrp="1"/>
          </p:cNvSpPr>
          <p:nvPr>
            <p:ph type="body" idx="49" hasCustomPrompt="1"/>
          </p:nvPr>
        </p:nvSpPr>
        <p:spPr>
          <a:xfrm xmlns:a="http://schemas.openxmlformats.org/drawingml/2006/main">
            <a:off x="778493" y="1187988"/>
            <a:ext cx="771003" cy="423628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01</a:t>
            </a:r>
          </a:p>
        </p:txBody>
      </p:sp>
      <p:sp>
        <p:nvSpPr>
          <p:cNvPr id="28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ECD22E46-ECAB-4A6C-9243-E1661118B477}"/>
              </a:ext>
            </a:extLst>
          </p:cNvPr>
          <p:cNvSpPr>
            <a:spLocks xmlns:a="http://schemas.openxmlformats.org/drawingml/2006/main" noGrp="1"/>
          </p:cNvSpPr>
          <p:nvPr>
            <p:ph type="body" idx="50" hasCustomPrompt="1"/>
          </p:nvPr>
        </p:nvSpPr>
        <p:spPr>
          <a:xfrm xmlns:a="http://schemas.openxmlformats.org/drawingml/2006/main">
            <a:off x="759137" y="2791972"/>
            <a:ext cx="771003" cy="403756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02</a:t>
            </a:r>
          </a:p>
        </p:txBody>
      </p:sp>
      <p:sp>
        <p:nvSpPr>
          <p:cNvPr id="29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A3CA815C-23B0-4736-B973-0A405AFC5D08}"/>
              </a:ext>
            </a:extLst>
          </p:cNvPr>
          <p:cNvSpPr>
            <a:spLocks xmlns:a="http://schemas.openxmlformats.org/drawingml/2006/main" noGrp="1"/>
          </p:cNvSpPr>
          <p:nvPr>
            <p:ph type="body" idx="51" hasCustomPrompt="1"/>
          </p:nvPr>
        </p:nvSpPr>
        <p:spPr>
          <a:xfrm xmlns:a="http://schemas.openxmlformats.org/drawingml/2006/main">
            <a:off x="759137" y="4376084"/>
            <a:ext cx="771003" cy="403913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03</a:t>
            </a:r>
          </a:p>
        </p:txBody>
      </p:sp>
      <p:sp>
        <p:nvSpPr>
          <p:cNvPr id="30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0C64CE05-E630-4FDE-B773-3165E579B3B6}"/>
              </a:ext>
            </a:extLst>
          </p:cNvPr>
          <p:cNvSpPr>
            <a:spLocks xmlns:a="http://schemas.openxmlformats.org/drawingml/2006/main" noGrp="1"/>
          </p:cNvSpPr>
          <p:nvPr>
            <p:ph type="body" idx="52" hasCustomPrompt="1"/>
          </p:nvPr>
        </p:nvSpPr>
        <p:spPr>
          <a:xfrm xmlns:a="http://schemas.openxmlformats.org/drawingml/2006/main">
            <a:off x="6451600" y="1187988"/>
            <a:ext cx="771003" cy="423628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04</a:t>
            </a:r>
          </a:p>
        </p:txBody>
      </p:sp>
      <p:sp>
        <p:nvSpPr>
          <p:cNvPr id="31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52DBB510-86A6-45BB-B6E1-54FE5A86B490}"/>
              </a:ext>
            </a:extLst>
          </p:cNvPr>
          <p:cNvSpPr>
            <a:spLocks xmlns:a="http://schemas.openxmlformats.org/drawingml/2006/main" noGrp="1"/>
          </p:cNvSpPr>
          <p:nvPr>
            <p:ph type="body" idx="53" hasCustomPrompt="1"/>
          </p:nvPr>
        </p:nvSpPr>
        <p:spPr>
          <a:xfrm xmlns:a="http://schemas.openxmlformats.org/drawingml/2006/main">
            <a:off x="6432244" y="2791972"/>
            <a:ext cx="771003" cy="403756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05</a:t>
            </a:r>
          </a:p>
        </p:txBody>
      </p:sp>
      <p:sp>
        <p:nvSpPr>
          <p:cNvPr id="32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CA530A5B-20B1-4742-8CF2-55C8F5CC1E91}"/>
              </a:ext>
            </a:extLst>
          </p:cNvPr>
          <p:cNvSpPr>
            <a:spLocks xmlns:a="http://schemas.openxmlformats.org/drawingml/2006/main" noGrp="1"/>
          </p:cNvSpPr>
          <p:nvPr>
            <p:ph type="body" idx="54" hasCustomPrompt="1"/>
          </p:nvPr>
        </p:nvSpPr>
        <p:spPr>
          <a:xfrm xmlns:a="http://schemas.openxmlformats.org/drawingml/2006/main">
            <a:off x="6432244" y="4376084"/>
            <a:ext cx="771003" cy="403913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06</a:t>
            </a:r>
          </a:p>
        </p:txBody>
      </p:sp>
    </p:spTree>
  </p:cSld>
</p:sldLayout>
</file>

<file path=ppt/slideLayouts/slideLayout12.xml><?xml version="1.0" encoding="utf-8"?>
<p:sldLayout xmlns:p="http://schemas.openxmlformats.org/presentationml/2006/main" preserve="1" userDrawn="1">
  <p:cSld name="Фотографии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Дата 3">
            <a:extLst xmlns:a="http://schemas.openxmlformats.org/drawingml/2006/main"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CAFA80CC-940E-479C-90C0-76DA923785E9}" type="datetime1">
              <a:t>02.10.2026</a:t>
            </a:fld>
            <a:endParaRPr/>
          </a:p>
        </p:txBody>
      </p:sp>
      <p:sp>
        <p:nvSpPr>
          <p:cNvPr id="6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7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  <p:sp>
        <p:nvSpPr>
          <p:cNvPr id="26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372682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27" name="Рисунок 7">
            <a:extLst xmlns:a="http://schemas.openxmlformats.org/drawingml/2006/main">
              <a:ext uri="{FF2B5EF4-FFF2-40B4-BE49-F238E27FC236}">
                <a16:creationId xmlns:a16="http://schemas.microsoft.com/office/drawing/2014/main" id="{7F6989B1-EABA-40DD-BFD6-7E0075CDDEE8}"/>
              </a:ext>
            </a:extLst>
          </p:cNvPr>
          <p:cNvSpPr>
            <a:spLocks xmlns:a="http://schemas.openxmlformats.org/drawingml/2006/main" noGrp="1"/>
          </p:cNvSpPr>
          <p:nvPr>
            <p:ph type="pic" idx="10"/>
          </p:nvPr>
        </p:nvSpPr>
        <p:spPr>
          <a:xfrm xmlns:a="http://schemas.openxmlformats.org/drawingml/2006/main">
            <a:off x="7440147" y="1016001"/>
            <a:ext cx="4405777" cy="3078479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8" name="Рисунок 9">
            <a:extLst xmlns:a="http://schemas.openxmlformats.org/drawingml/2006/main">
              <a:ext uri="{FF2B5EF4-FFF2-40B4-BE49-F238E27FC236}">
                <a16:creationId xmlns:a16="http://schemas.microsoft.com/office/drawing/2014/main" id="{C157B27F-5477-43C4-BE9E-F7CF2A081F1A}"/>
              </a:ext>
            </a:extLst>
          </p:cNvPr>
          <p:cNvSpPr>
            <a:spLocks xmlns:a="http://schemas.openxmlformats.org/drawingml/2006/main" noGrp="1"/>
          </p:cNvSpPr>
          <p:nvPr>
            <p:ph type="pic" idx="11"/>
          </p:nvPr>
        </p:nvSpPr>
        <p:spPr>
          <a:xfrm xmlns:a="http://schemas.openxmlformats.org/drawingml/2006/main">
            <a:off x="7440149" y="4389108"/>
            <a:ext cx="4405775" cy="181166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9" name="Рисунок 11">
            <a:extLst xmlns:a="http://schemas.openxmlformats.org/drawingml/2006/main">
              <a:ext uri="{FF2B5EF4-FFF2-40B4-BE49-F238E27FC236}">
                <a16:creationId xmlns:a16="http://schemas.microsoft.com/office/drawing/2014/main" id="{3E695B26-F7D2-4380-AAA1-0FB24A689AAD}"/>
              </a:ext>
            </a:extLst>
          </p:cNvPr>
          <p:cNvSpPr>
            <a:spLocks xmlns:a="http://schemas.openxmlformats.org/drawingml/2006/main" noGrp="1"/>
          </p:cNvSpPr>
          <p:nvPr>
            <p:ph type="pic" idx="12"/>
          </p:nvPr>
        </p:nvSpPr>
        <p:spPr>
          <a:xfrm xmlns:a="http://schemas.openxmlformats.org/drawingml/2006/main">
            <a:off x="346075" y="3223948"/>
            <a:ext cx="6806142" cy="2976827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0" name="Текст 15">
            <a:extLst xmlns:a="http://schemas.openxmlformats.org/drawingml/2006/main">
              <a:ext uri="{FF2B5EF4-FFF2-40B4-BE49-F238E27FC236}">
                <a16:creationId xmlns:a16="http://schemas.microsoft.com/office/drawing/2014/main" id="{7EA2CF14-9D94-4B6F-AAA7-0B38CBB654CE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346075" y="1016001"/>
            <a:ext cx="6806142" cy="2029882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</p:spTree>
  </p:cSld>
</p:sldLayout>
</file>

<file path=ppt/slideLayouts/slideLayout13.xml><?xml version="1.0" encoding="utf-8"?>
<p:sldLayout xmlns:p="http://schemas.openxmlformats.org/presentationml/2006/main" preserve="1" userDrawn="1">
  <p:cSld name="Пункты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Дата 3">
            <a:extLst xmlns:a="http://schemas.openxmlformats.org/drawingml/2006/main"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82A4DA7B-A7D8-4443-AD1C-4C7CDC678488}" type="datetime1">
              <a:t>02.10.2026</a:t>
            </a:fld>
            <a:endParaRPr/>
          </a:p>
        </p:txBody>
      </p:sp>
      <p:sp>
        <p:nvSpPr>
          <p:cNvPr id="6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26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361107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23" name="Текст 101">
            <a:extLst xmlns:a="http://schemas.openxmlformats.org/drawingml/2006/main">
              <a:ext uri="{FF2B5EF4-FFF2-40B4-BE49-F238E27FC236}">
                <a16:creationId xmlns:a16="http://schemas.microsoft.com/office/drawing/2014/main" id="{B61EFF39-7063-4F67-A1C0-B9D05F3602E3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1994303" y="2973742"/>
            <a:ext cx="2190810" cy="910516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/>
            </a:lvl1pPr>
          </a:lstStyle>
          <a:p xmlns:a="http://schemas.openxmlformats.org/drawingml/2006/main">
            <a:pPr lvl="0">
              <a:buNone/>
            </a:pPr>
            <a:r>
              <a:t>Текст</a:t>
            </a:r>
          </a:p>
        </p:txBody>
      </p:sp>
      <p:sp>
        <p:nvSpPr>
          <p:cNvPr id="75" name="Текст 74">
            <a:extLst xmlns:a="http://schemas.openxmlformats.org/drawingml/2006/main">
              <a:ext uri="{FF2B5EF4-FFF2-40B4-BE49-F238E27FC236}">
                <a16:creationId xmlns:a16="http://schemas.microsoft.com/office/drawing/2014/main" id="{A0F2F041-BB01-463D-9CD2-6A231D592408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>
          <a:xfrm xmlns:a="http://schemas.openxmlformats.org/drawingml/2006/main">
            <a:off x="6662924" y="1588128"/>
            <a:ext cx="4902200" cy="7125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76" name="Текст 74">
            <a:extLst xmlns:a="http://schemas.openxmlformats.org/drawingml/2006/main">
              <a:ext uri="{FF2B5EF4-FFF2-40B4-BE49-F238E27FC236}">
                <a16:creationId xmlns:a16="http://schemas.microsoft.com/office/drawing/2014/main" id="{58BDD636-A558-406A-A768-05FF3D12BD86}"/>
              </a:ext>
            </a:extLst>
          </p:cNvPr>
          <p:cNvSpPr>
            <a:spLocks xmlns:a="http://schemas.openxmlformats.org/drawingml/2006/main" noGrp="1"/>
          </p:cNvSpPr>
          <p:nvPr>
            <p:ph type="body" idx="16"/>
          </p:nvPr>
        </p:nvSpPr>
        <p:spPr>
          <a:xfrm xmlns:a="http://schemas.openxmlformats.org/drawingml/2006/main">
            <a:off x="6662924" y="2445138"/>
            <a:ext cx="4902200" cy="7125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77" name="Текст 74">
            <a:extLst xmlns:a="http://schemas.openxmlformats.org/drawingml/2006/main">
              <a:ext uri="{FF2B5EF4-FFF2-40B4-BE49-F238E27FC236}">
                <a16:creationId xmlns:a16="http://schemas.microsoft.com/office/drawing/2014/main" id="{53EE4994-79EE-43D0-B40B-E2DE25879B80}"/>
              </a:ext>
            </a:extLst>
          </p:cNvPr>
          <p:cNvSpPr>
            <a:spLocks xmlns:a="http://schemas.openxmlformats.org/drawingml/2006/main" noGrp="1"/>
          </p:cNvSpPr>
          <p:nvPr>
            <p:ph type="body" idx="17"/>
          </p:nvPr>
        </p:nvSpPr>
        <p:spPr>
          <a:xfrm xmlns:a="http://schemas.openxmlformats.org/drawingml/2006/main">
            <a:off x="6662924" y="3302147"/>
            <a:ext cx="4902200" cy="7125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78" name="Текст 74">
            <a:extLst xmlns:a="http://schemas.openxmlformats.org/drawingml/2006/main">
              <a:ext uri="{FF2B5EF4-FFF2-40B4-BE49-F238E27FC236}">
                <a16:creationId xmlns:a16="http://schemas.microsoft.com/office/drawing/2014/main" id="{4CD31D83-EE69-46A0-B5B2-B2969969DCFB}"/>
              </a:ext>
            </a:extLst>
          </p:cNvPr>
          <p:cNvSpPr>
            <a:spLocks xmlns:a="http://schemas.openxmlformats.org/drawingml/2006/main" noGrp="1"/>
          </p:cNvSpPr>
          <p:nvPr>
            <p:ph type="body" idx="18"/>
          </p:nvPr>
        </p:nvSpPr>
        <p:spPr>
          <a:xfrm xmlns:a="http://schemas.openxmlformats.org/drawingml/2006/main">
            <a:off x="6662924" y="4159156"/>
            <a:ext cx="4902200" cy="7125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79" name="Текст 74">
            <a:extLst xmlns:a="http://schemas.openxmlformats.org/drawingml/2006/main">
              <a:ext uri="{FF2B5EF4-FFF2-40B4-BE49-F238E27FC236}">
                <a16:creationId xmlns:a16="http://schemas.microsoft.com/office/drawing/2014/main" id="{BFB2A4EF-E632-42AC-82F0-453D4A95A9E4}"/>
              </a:ext>
            </a:extLst>
          </p:cNvPr>
          <p:cNvSpPr>
            <a:spLocks xmlns:a="http://schemas.openxmlformats.org/drawingml/2006/main" noGrp="1"/>
          </p:cNvSpPr>
          <p:nvPr>
            <p:ph type="body" idx="19"/>
          </p:nvPr>
        </p:nvSpPr>
        <p:spPr>
          <a:xfrm xmlns:a="http://schemas.openxmlformats.org/drawingml/2006/main">
            <a:off x="6662924" y="5016166"/>
            <a:ext cx="4902200" cy="7125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</p:spTree>
  </p:cSld>
</p:sldLayout>
</file>

<file path=ppt/slideLayouts/slideLayout14.xml><?xml version="1.0" encoding="utf-8"?>
<p:sldLayout xmlns:p="http://schemas.openxmlformats.org/presentationml/2006/main" preserve="1" userDrawn="1">
  <p:cSld name="Статистика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Дата 3">
            <a:extLst xmlns:a="http://schemas.openxmlformats.org/drawingml/2006/main"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44E505DF-C567-47F2-9374-60838F800101}" type="datetime1">
              <a:t>02.10.2026</a:t>
            </a:fld>
            <a:endParaRPr/>
          </a:p>
        </p:txBody>
      </p:sp>
      <p:sp>
        <p:nvSpPr>
          <p:cNvPr id="6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7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  <p:sp>
        <p:nvSpPr>
          <p:cNvPr id="26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361107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11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B1350734-1D64-4861-9813-14C6593B8523}"/>
              </a:ext>
            </a:extLst>
          </p:cNvPr>
          <p:cNvSpPr>
            <a:spLocks xmlns:a="http://schemas.openxmlformats.org/drawingml/2006/main" noGrp="1"/>
          </p:cNvSpPr>
          <p:nvPr>
            <p:ph type="body" idx="21"/>
          </p:nvPr>
        </p:nvSpPr>
        <p:spPr>
          <a:xfrm xmlns:a="http://schemas.openxmlformats.org/drawingml/2006/main">
            <a:off x="6683077" y="1026867"/>
            <a:ext cx="4790314" cy="1615356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2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010826A5-76AC-452C-9459-7CC1CCF22ED5}"/>
              </a:ext>
            </a:extLst>
          </p:cNvPr>
          <p:cNvSpPr>
            <a:spLocks xmlns:a="http://schemas.openxmlformats.org/drawingml/2006/main" noGrp="1"/>
          </p:cNvSpPr>
          <p:nvPr>
            <p:ph type="body" idx="18"/>
          </p:nvPr>
        </p:nvSpPr>
        <p:spPr>
          <a:xfrm xmlns:a="http://schemas.openxmlformats.org/drawingml/2006/main">
            <a:off x="6683077" y="1626932"/>
            <a:ext cx="4790314" cy="10152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4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C694E912-AC3F-437A-90AD-A48291DCE9BD}"/>
              </a:ext>
            </a:extLst>
          </p:cNvPr>
          <p:cNvSpPr>
            <a:spLocks xmlns:a="http://schemas.openxmlformats.org/drawingml/2006/main" noGrp="1"/>
          </p:cNvSpPr>
          <p:nvPr>
            <p:ph type="body" idx="22"/>
          </p:nvPr>
        </p:nvSpPr>
        <p:spPr>
          <a:xfrm xmlns:a="http://schemas.openxmlformats.org/drawingml/2006/main">
            <a:off x="6683077" y="2807582"/>
            <a:ext cx="4790314" cy="1615356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5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DE78EAF0-6854-4E73-A48A-917C1A86C3F4}"/>
              </a:ext>
            </a:extLst>
          </p:cNvPr>
          <p:cNvSpPr>
            <a:spLocks xmlns:a="http://schemas.openxmlformats.org/drawingml/2006/main" noGrp="1"/>
          </p:cNvSpPr>
          <p:nvPr>
            <p:ph type="body" idx="23"/>
          </p:nvPr>
        </p:nvSpPr>
        <p:spPr>
          <a:xfrm xmlns:a="http://schemas.openxmlformats.org/drawingml/2006/main">
            <a:off x="6683077" y="3407647"/>
            <a:ext cx="4790314" cy="10152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6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72D68DD9-6181-4C35-909B-154E5E309C97}"/>
              </a:ext>
            </a:extLst>
          </p:cNvPr>
          <p:cNvSpPr>
            <a:spLocks xmlns:a="http://schemas.openxmlformats.org/drawingml/2006/main" noGrp="1"/>
          </p:cNvSpPr>
          <p:nvPr>
            <p:ph type="body" idx="24"/>
          </p:nvPr>
        </p:nvSpPr>
        <p:spPr>
          <a:xfrm xmlns:a="http://schemas.openxmlformats.org/drawingml/2006/main">
            <a:off x="6683077" y="4584029"/>
            <a:ext cx="4790314" cy="1615356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7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7D5E34DD-827F-4597-BFDE-34D8830FB250}"/>
              </a:ext>
            </a:extLst>
          </p:cNvPr>
          <p:cNvSpPr>
            <a:spLocks xmlns:a="http://schemas.openxmlformats.org/drawingml/2006/main" noGrp="1"/>
          </p:cNvSpPr>
          <p:nvPr>
            <p:ph type="body" idx="25"/>
          </p:nvPr>
        </p:nvSpPr>
        <p:spPr>
          <a:xfrm xmlns:a="http://schemas.openxmlformats.org/drawingml/2006/main">
            <a:off x="6683077" y="5184094"/>
            <a:ext cx="4790314" cy="10152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</p:spTree>
  </p:cSld>
</p:sldLayout>
</file>

<file path=ppt/slideLayouts/slideLayout15.xml><?xml version="1.0" encoding="utf-8"?>
<p:sldLayout xmlns:p="http://schemas.openxmlformats.org/presentationml/2006/main" preserve="1" userDrawn="1">
  <p:cSld name="1_Статистика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Дата 3">
            <a:extLst xmlns:a="http://schemas.openxmlformats.org/drawingml/2006/main"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2938A0C3-5C2F-47B8-B008-79A49A1195BA}" type="datetime1">
              <a:t>02.10.2026</a:t>
            </a:fld>
            <a:endParaRPr/>
          </a:p>
        </p:txBody>
      </p:sp>
      <p:sp>
        <p:nvSpPr>
          <p:cNvPr id="6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7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  <p:sp>
        <p:nvSpPr>
          <p:cNvPr id="26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349532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11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B1350734-1D64-4861-9813-14C6593B8523}"/>
              </a:ext>
            </a:extLst>
          </p:cNvPr>
          <p:cNvSpPr>
            <a:spLocks xmlns:a="http://schemas.openxmlformats.org/drawingml/2006/main" noGrp="1"/>
          </p:cNvSpPr>
          <p:nvPr>
            <p:ph type="body" idx="21"/>
          </p:nvPr>
        </p:nvSpPr>
        <p:spPr>
          <a:xfrm xmlns:a="http://schemas.openxmlformats.org/drawingml/2006/main">
            <a:off x="6683077" y="1016000"/>
            <a:ext cx="4790314" cy="1021701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2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010826A5-76AC-452C-9459-7CC1CCF22ED5}"/>
              </a:ext>
            </a:extLst>
          </p:cNvPr>
          <p:cNvSpPr>
            <a:spLocks xmlns:a="http://schemas.openxmlformats.org/drawingml/2006/main" noGrp="1"/>
          </p:cNvSpPr>
          <p:nvPr>
            <p:ph type="body" idx="18"/>
          </p:nvPr>
        </p:nvSpPr>
        <p:spPr>
          <a:xfrm xmlns:a="http://schemas.openxmlformats.org/drawingml/2006/main">
            <a:off x="6683077" y="1395537"/>
            <a:ext cx="4790314" cy="6421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4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C694E912-AC3F-437A-90AD-A48291DCE9BD}"/>
              </a:ext>
            </a:extLst>
          </p:cNvPr>
          <p:cNvSpPr>
            <a:spLocks xmlns:a="http://schemas.openxmlformats.org/drawingml/2006/main" noGrp="1"/>
          </p:cNvSpPr>
          <p:nvPr>
            <p:ph type="body" idx="22"/>
          </p:nvPr>
        </p:nvSpPr>
        <p:spPr>
          <a:xfrm xmlns:a="http://schemas.openxmlformats.org/drawingml/2006/main">
            <a:off x="6683077" y="2284561"/>
            <a:ext cx="4790314" cy="1021701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5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DE78EAF0-6854-4E73-A48A-917C1A86C3F4}"/>
              </a:ext>
            </a:extLst>
          </p:cNvPr>
          <p:cNvSpPr>
            <a:spLocks xmlns:a="http://schemas.openxmlformats.org/drawingml/2006/main" noGrp="1"/>
          </p:cNvSpPr>
          <p:nvPr>
            <p:ph type="body" idx="23"/>
          </p:nvPr>
        </p:nvSpPr>
        <p:spPr>
          <a:xfrm xmlns:a="http://schemas.openxmlformats.org/drawingml/2006/main">
            <a:off x="6683077" y="2664098"/>
            <a:ext cx="4790314" cy="6421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6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72D68DD9-6181-4C35-909B-154E5E309C97}"/>
              </a:ext>
            </a:extLst>
          </p:cNvPr>
          <p:cNvSpPr>
            <a:spLocks xmlns:a="http://schemas.openxmlformats.org/drawingml/2006/main" noGrp="1"/>
          </p:cNvSpPr>
          <p:nvPr>
            <p:ph type="body" idx="24"/>
          </p:nvPr>
        </p:nvSpPr>
        <p:spPr>
          <a:xfrm xmlns:a="http://schemas.openxmlformats.org/drawingml/2006/main">
            <a:off x="6683077" y="3553122"/>
            <a:ext cx="4790314" cy="1021701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4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7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7D5E34DD-827F-4597-BFDE-34D8830FB250}"/>
              </a:ext>
            </a:extLst>
          </p:cNvPr>
          <p:cNvSpPr>
            <a:spLocks xmlns:a="http://schemas.openxmlformats.org/drawingml/2006/main" noGrp="1"/>
          </p:cNvSpPr>
          <p:nvPr>
            <p:ph type="body" idx="25"/>
          </p:nvPr>
        </p:nvSpPr>
        <p:spPr>
          <a:xfrm xmlns:a="http://schemas.openxmlformats.org/drawingml/2006/main">
            <a:off x="6683077" y="3932659"/>
            <a:ext cx="4790314" cy="6421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8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6305AE9F-2B19-4EA1-A48B-435746C35E60}"/>
              </a:ext>
            </a:extLst>
          </p:cNvPr>
          <p:cNvSpPr>
            <a:spLocks xmlns:a="http://schemas.openxmlformats.org/drawingml/2006/main" noGrp="1"/>
          </p:cNvSpPr>
          <p:nvPr>
            <p:ph type="body" idx="26"/>
          </p:nvPr>
        </p:nvSpPr>
        <p:spPr>
          <a:xfrm xmlns:a="http://schemas.openxmlformats.org/drawingml/2006/main">
            <a:off x="6683077" y="4821684"/>
            <a:ext cx="4790314" cy="1021701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9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CF9D9CFB-62B9-4CE0-8770-0CB398D99F7E}"/>
              </a:ext>
            </a:extLst>
          </p:cNvPr>
          <p:cNvSpPr>
            <a:spLocks xmlns:a="http://schemas.openxmlformats.org/drawingml/2006/main" noGrp="1"/>
          </p:cNvSpPr>
          <p:nvPr>
            <p:ph type="body" idx="27"/>
          </p:nvPr>
        </p:nvSpPr>
        <p:spPr>
          <a:xfrm xmlns:a="http://schemas.openxmlformats.org/drawingml/2006/main">
            <a:off x="6683077" y="5201221"/>
            <a:ext cx="4790314" cy="6421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</p:spTree>
  </p:cSld>
</p:sldLayout>
</file>

<file path=ppt/slideLayouts/slideLayout16.xml><?xml version="1.0" encoding="utf-8"?>
<p:sldLayout xmlns:p="http://schemas.openxmlformats.org/presentationml/2006/main" preserve="1" userDrawn="1">
  <p:cSld name="2_Статистика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Дата 3">
            <a:extLst xmlns:a="http://schemas.openxmlformats.org/drawingml/2006/main"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BF4F29EB-DFD0-428E-8E89-ED117A3553E3}" type="datetime1">
              <a:t>02.10.2026</a:t>
            </a:fld>
            <a:endParaRPr/>
          </a:p>
        </p:txBody>
      </p:sp>
      <p:sp>
        <p:nvSpPr>
          <p:cNvPr id="6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7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  <p:sp>
        <p:nvSpPr>
          <p:cNvPr id="26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367721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11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B1350734-1D64-4861-9813-14C6593B8523}"/>
              </a:ext>
            </a:extLst>
          </p:cNvPr>
          <p:cNvSpPr>
            <a:spLocks xmlns:a="http://schemas.openxmlformats.org/drawingml/2006/main" noGrp="1"/>
          </p:cNvSpPr>
          <p:nvPr>
            <p:ph type="body" idx="21"/>
          </p:nvPr>
        </p:nvSpPr>
        <p:spPr>
          <a:xfrm xmlns:a="http://schemas.openxmlformats.org/drawingml/2006/main">
            <a:off x="6683077" y="1016000"/>
            <a:ext cx="4790314" cy="1021701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2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010826A5-76AC-452C-9459-7CC1CCF22ED5}"/>
              </a:ext>
            </a:extLst>
          </p:cNvPr>
          <p:cNvSpPr>
            <a:spLocks xmlns:a="http://schemas.openxmlformats.org/drawingml/2006/main" noGrp="1"/>
          </p:cNvSpPr>
          <p:nvPr>
            <p:ph type="body" idx="18"/>
          </p:nvPr>
        </p:nvSpPr>
        <p:spPr>
          <a:xfrm xmlns:a="http://schemas.openxmlformats.org/drawingml/2006/main">
            <a:off x="6683077" y="1395537"/>
            <a:ext cx="4790314" cy="6421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4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C694E912-AC3F-437A-90AD-A48291DCE9BD}"/>
              </a:ext>
            </a:extLst>
          </p:cNvPr>
          <p:cNvSpPr>
            <a:spLocks xmlns:a="http://schemas.openxmlformats.org/drawingml/2006/main" noGrp="1"/>
          </p:cNvSpPr>
          <p:nvPr>
            <p:ph type="body" idx="22"/>
          </p:nvPr>
        </p:nvSpPr>
        <p:spPr>
          <a:xfrm xmlns:a="http://schemas.openxmlformats.org/drawingml/2006/main">
            <a:off x="6683077" y="2284561"/>
            <a:ext cx="4790314" cy="1021701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5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DE78EAF0-6854-4E73-A48A-917C1A86C3F4}"/>
              </a:ext>
            </a:extLst>
          </p:cNvPr>
          <p:cNvSpPr>
            <a:spLocks xmlns:a="http://schemas.openxmlformats.org/drawingml/2006/main" noGrp="1"/>
          </p:cNvSpPr>
          <p:nvPr>
            <p:ph type="body" idx="23"/>
          </p:nvPr>
        </p:nvSpPr>
        <p:spPr>
          <a:xfrm xmlns:a="http://schemas.openxmlformats.org/drawingml/2006/main">
            <a:off x="6683077" y="2664098"/>
            <a:ext cx="4790314" cy="6421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6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72D68DD9-6181-4C35-909B-154E5E309C97}"/>
              </a:ext>
            </a:extLst>
          </p:cNvPr>
          <p:cNvSpPr>
            <a:spLocks xmlns:a="http://schemas.openxmlformats.org/drawingml/2006/main" noGrp="1"/>
          </p:cNvSpPr>
          <p:nvPr>
            <p:ph type="body" idx="24"/>
          </p:nvPr>
        </p:nvSpPr>
        <p:spPr>
          <a:xfrm xmlns:a="http://schemas.openxmlformats.org/drawingml/2006/main">
            <a:off x="6683077" y="3553122"/>
            <a:ext cx="4790314" cy="1021701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4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7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7D5E34DD-827F-4597-BFDE-34D8830FB250}"/>
              </a:ext>
            </a:extLst>
          </p:cNvPr>
          <p:cNvSpPr>
            <a:spLocks xmlns:a="http://schemas.openxmlformats.org/drawingml/2006/main" noGrp="1"/>
          </p:cNvSpPr>
          <p:nvPr>
            <p:ph type="body" idx="25"/>
          </p:nvPr>
        </p:nvSpPr>
        <p:spPr>
          <a:xfrm xmlns:a="http://schemas.openxmlformats.org/drawingml/2006/main">
            <a:off x="6683077" y="3932659"/>
            <a:ext cx="4790314" cy="6421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8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6305AE9F-2B19-4EA1-A48B-435746C35E60}"/>
              </a:ext>
            </a:extLst>
          </p:cNvPr>
          <p:cNvSpPr>
            <a:spLocks xmlns:a="http://schemas.openxmlformats.org/drawingml/2006/main" noGrp="1"/>
          </p:cNvSpPr>
          <p:nvPr>
            <p:ph type="body" idx="26"/>
          </p:nvPr>
        </p:nvSpPr>
        <p:spPr>
          <a:xfrm xmlns:a="http://schemas.openxmlformats.org/drawingml/2006/main">
            <a:off x="6683077" y="4821684"/>
            <a:ext cx="4790314" cy="1021701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9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CF9D9CFB-62B9-4CE0-8770-0CB398D99F7E}"/>
              </a:ext>
            </a:extLst>
          </p:cNvPr>
          <p:cNvSpPr>
            <a:spLocks xmlns:a="http://schemas.openxmlformats.org/drawingml/2006/main" noGrp="1"/>
          </p:cNvSpPr>
          <p:nvPr>
            <p:ph type="body" idx="27"/>
          </p:nvPr>
        </p:nvSpPr>
        <p:spPr>
          <a:xfrm xmlns:a="http://schemas.openxmlformats.org/drawingml/2006/main">
            <a:off x="6683077" y="5201221"/>
            <a:ext cx="4790314" cy="6421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</p:spTree>
  </p:cSld>
</p:sldLayout>
</file>

<file path=ppt/slideLayouts/slideLayout17.xml><?xml version="1.0" encoding="utf-8"?>
<p:sldLayout xmlns:p="http://schemas.openxmlformats.org/presentationml/2006/main" preserve="1" userDrawn="1">
  <p:cSld name="Стадии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Дата 3">
            <a:extLst xmlns:a="http://schemas.openxmlformats.org/drawingml/2006/main"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D52F0272-0FEA-44CE-966E-3D169B2F53D4}" type="datetime1">
              <a:t>02.10.2026</a:t>
            </a:fld>
            <a:endParaRPr/>
          </a:p>
        </p:txBody>
      </p:sp>
      <p:sp>
        <p:nvSpPr>
          <p:cNvPr id="6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7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  <p:sp>
        <p:nvSpPr>
          <p:cNvPr id="8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BE583EE3-33C6-4FCC-9F56-28AB0B4FCAD9}"/>
              </a:ext>
            </a:extLst>
          </p:cNvPr>
          <p:cNvSpPr>
            <a:spLocks xmlns:a="http://schemas.openxmlformats.org/drawingml/2006/main" noGrp="1"/>
          </p:cNvSpPr>
          <p:nvPr>
            <p:ph type="body" idx="26"/>
          </p:nvPr>
        </p:nvSpPr>
        <p:spPr>
          <a:xfrm xmlns:a="http://schemas.openxmlformats.org/drawingml/2006/main">
            <a:off x="346075" y="1024937"/>
            <a:ext cx="2526079" cy="1476687"/>
          </a:xfrm>
          <a:prstGeom xmlns:a="http://schemas.openxmlformats.org/drawingml/2006/main" prst="roundRect">
            <a:avLst>
              <a:gd name="adj" fmla="val 15887"/>
            </a:avLst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9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AFEBE25F-FFFE-4B9D-94E7-7A69C7B0D747}"/>
              </a:ext>
            </a:extLst>
          </p:cNvPr>
          <p:cNvSpPr>
            <a:spLocks xmlns:a="http://schemas.openxmlformats.org/drawingml/2006/main" noGrp="1"/>
          </p:cNvSpPr>
          <p:nvPr>
            <p:ph type="body" idx="27"/>
          </p:nvPr>
        </p:nvSpPr>
        <p:spPr>
          <a:xfrm xmlns:a="http://schemas.openxmlformats.org/drawingml/2006/main">
            <a:off x="346075" y="1380939"/>
            <a:ext cx="2526079" cy="11206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72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3E63DE62-DFB7-44A9-A85D-B687FAE797DC}"/>
              </a:ext>
            </a:extLst>
          </p:cNvPr>
          <p:cNvSpPr>
            <a:spLocks xmlns:a="http://schemas.openxmlformats.org/drawingml/2006/main" noGrp="1"/>
          </p:cNvSpPr>
          <p:nvPr>
            <p:ph type="body" idx="28"/>
          </p:nvPr>
        </p:nvSpPr>
        <p:spPr>
          <a:xfrm xmlns:a="http://schemas.openxmlformats.org/drawingml/2006/main">
            <a:off x="4832960" y="1024937"/>
            <a:ext cx="2526079" cy="1476687"/>
          </a:xfrm>
          <a:prstGeom xmlns:a="http://schemas.openxmlformats.org/drawingml/2006/main" prst="roundRect">
            <a:avLst>
              <a:gd name="adj" fmla="val 15887"/>
            </a:avLst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73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65791B9B-D32F-4C66-AD0A-B1F3CB6B2B21}"/>
              </a:ext>
            </a:extLst>
          </p:cNvPr>
          <p:cNvSpPr>
            <a:spLocks xmlns:a="http://schemas.openxmlformats.org/drawingml/2006/main" noGrp="1"/>
          </p:cNvSpPr>
          <p:nvPr>
            <p:ph type="body" idx="29"/>
          </p:nvPr>
        </p:nvSpPr>
        <p:spPr>
          <a:xfrm xmlns:a="http://schemas.openxmlformats.org/drawingml/2006/main">
            <a:off x="4832960" y="1380939"/>
            <a:ext cx="2526079" cy="11206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74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3052024B-27A5-4D0B-A7E7-5161FB0ED379}"/>
              </a:ext>
            </a:extLst>
          </p:cNvPr>
          <p:cNvSpPr>
            <a:spLocks xmlns:a="http://schemas.openxmlformats.org/drawingml/2006/main" noGrp="1"/>
          </p:cNvSpPr>
          <p:nvPr>
            <p:ph type="body" idx="30"/>
          </p:nvPr>
        </p:nvSpPr>
        <p:spPr>
          <a:xfrm xmlns:a="http://schemas.openxmlformats.org/drawingml/2006/main">
            <a:off x="9330862" y="1024937"/>
            <a:ext cx="2526079" cy="1476687"/>
          </a:xfrm>
          <a:prstGeom xmlns:a="http://schemas.openxmlformats.org/drawingml/2006/main" prst="roundRect">
            <a:avLst>
              <a:gd name="adj" fmla="val 15887"/>
            </a:avLst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75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9DFC47B0-ECC1-49CE-99A3-DC05480669A7}"/>
              </a:ext>
            </a:extLst>
          </p:cNvPr>
          <p:cNvSpPr>
            <a:spLocks xmlns:a="http://schemas.openxmlformats.org/drawingml/2006/main" noGrp="1"/>
          </p:cNvSpPr>
          <p:nvPr>
            <p:ph type="body" idx="31"/>
          </p:nvPr>
        </p:nvSpPr>
        <p:spPr>
          <a:xfrm xmlns:a="http://schemas.openxmlformats.org/drawingml/2006/main">
            <a:off x="9330862" y="1380939"/>
            <a:ext cx="2526079" cy="11206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76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3B86BD35-3919-4E07-B138-AAF7CFF7DF02}"/>
              </a:ext>
            </a:extLst>
          </p:cNvPr>
          <p:cNvSpPr>
            <a:spLocks xmlns:a="http://schemas.openxmlformats.org/drawingml/2006/main" noGrp="1"/>
          </p:cNvSpPr>
          <p:nvPr>
            <p:ph type="body" idx="32"/>
          </p:nvPr>
        </p:nvSpPr>
        <p:spPr>
          <a:xfrm xmlns:a="http://schemas.openxmlformats.org/drawingml/2006/main">
            <a:off x="2593517" y="4358152"/>
            <a:ext cx="2526079" cy="1476687"/>
          </a:xfrm>
          <a:prstGeom xmlns:a="http://schemas.openxmlformats.org/drawingml/2006/main" prst="roundRect">
            <a:avLst>
              <a:gd name="adj" fmla="val 15887"/>
            </a:avLst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77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10D94F19-5929-4A71-8C96-769ED6DD0BAE}"/>
              </a:ext>
            </a:extLst>
          </p:cNvPr>
          <p:cNvSpPr>
            <a:spLocks xmlns:a="http://schemas.openxmlformats.org/drawingml/2006/main" noGrp="1"/>
          </p:cNvSpPr>
          <p:nvPr>
            <p:ph type="body" idx="33"/>
          </p:nvPr>
        </p:nvSpPr>
        <p:spPr>
          <a:xfrm xmlns:a="http://schemas.openxmlformats.org/drawingml/2006/main">
            <a:off x="2593517" y="4714154"/>
            <a:ext cx="2526079" cy="11206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78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D84303F2-08F5-497F-BC9B-59F70995863F}"/>
              </a:ext>
            </a:extLst>
          </p:cNvPr>
          <p:cNvSpPr>
            <a:spLocks xmlns:a="http://schemas.openxmlformats.org/drawingml/2006/main" noGrp="1"/>
          </p:cNvSpPr>
          <p:nvPr>
            <p:ph type="body" idx="34"/>
          </p:nvPr>
        </p:nvSpPr>
        <p:spPr>
          <a:xfrm xmlns:a="http://schemas.openxmlformats.org/drawingml/2006/main">
            <a:off x="7080402" y="4358152"/>
            <a:ext cx="2526079" cy="1476687"/>
          </a:xfrm>
          <a:prstGeom xmlns:a="http://schemas.openxmlformats.org/drawingml/2006/main" prst="roundRect">
            <a:avLst>
              <a:gd name="adj" fmla="val 15887"/>
            </a:avLst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79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EA5C32CD-4539-4313-8B67-943CB8F5EBD9}"/>
              </a:ext>
            </a:extLst>
          </p:cNvPr>
          <p:cNvSpPr>
            <a:spLocks xmlns:a="http://schemas.openxmlformats.org/drawingml/2006/main" noGrp="1"/>
          </p:cNvSpPr>
          <p:nvPr>
            <p:ph type="body" idx="35"/>
          </p:nvPr>
        </p:nvSpPr>
        <p:spPr>
          <a:xfrm xmlns:a="http://schemas.openxmlformats.org/drawingml/2006/main">
            <a:off x="7080402" y="4714154"/>
            <a:ext cx="2526079" cy="11206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00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384256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</p:spTree>
  </p:cSld>
</p:sldLayout>
</file>

<file path=ppt/slideLayouts/slideLayout18.xml><?xml version="1.0" encoding="utf-8"?>
<p:sldLayout xmlns:p="http://schemas.openxmlformats.org/presentationml/2006/main" preserve="1" userDrawn="1">
  <p:cSld name="Проблема и решение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Дата 3">
            <a:extLst xmlns:a="http://schemas.openxmlformats.org/drawingml/2006/main"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062B0DBE-B5A9-470E-85A9-7CC062D5339A}" type="datetime1">
              <a:t>02.10.2026</a:t>
            </a:fld>
            <a:endParaRPr/>
          </a:p>
        </p:txBody>
      </p:sp>
      <p:sp>
        <p:nvSpPr>
          <p:cNvPr id="6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7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  <p:sp>
        <p:nvSpPr>
          <p:cNvPr id="100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357650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130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2FAEFDC9-8968-4F3D-8F8F-5591D6F30FE0}"/>
              </a:ext>
            </a:extLst>
          </p:cNvPr>
          <p:cNvSpPr>
            <a:spLocks xmlns:a="http://schemas.openxmlformats.org/drawingml/2006/main" noGrp="1"/>
          </p:cNvSpPr>
          <p:nvPr>
            <p:ph type="body" idx="26" hasCustomPrompt="1"/>
          </p:nvPr>
        </p:nvSpPr>
        <p:spPr>
          <a:xfrm xmlns:a="http://schemas.openxmlformats.org/drawingml/2006/main">
            <a:off x="517027" y="3810175"/>
            <a:ext cx="3264113" cy="2375115"/>
          </a:xfrm>
          <a:prstGeom xmlns:a="http://schemas.openxmlformats.org/drawingml/2006/main" prst="roundRect">
            <a:avLst>
              <a:gd name="adj" fmla="val 10167"/>
            </a:avLst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Описание проблемы </a:t>
            </a:r>
          </a:p>
        </p:txBody>
      </p:sp>
      <p:sp>
        <p:nvSpPr>
          <p:cNvPr id="152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A7C77525-23F2-401E-A901-0374D8239BBC}"/>
              </a:ext>
            </a:extLst>
          </p:cNvPr>
          <p:cNvSpPr>
            <a:spLocks xmlns:a="http://schemas.openxmlformats.org/drawingml/2006/main" noGrp="1"/>
          </p:cNvSpPr>
          <p:nvPr>
            <p:ph type="body" idx="31" hasCustomPrompt="1"/>
          </p:nvPr>
        </p:nvSpPr>
        <p:spPr>
          <a:xfrm xmlns:a="http://schemas.openxmlformats.org/drawingml/2006/main">
            <a:off x="4464542" y="3810175"/>
            <a:ext cx="3264113" cy="2375115"/>
          </a:xfrm>
          <a:prstGeom xmlns:a="http://schemas.openxmlformats.org/drawingml/2006/main" prst="roundRect">
            <a:avLst>
              <a:gd name="adj" fmla="val 10167"/>
            </a:avLst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Примеры уже имеющихся способов решения данной проблемы</a:t>
            </a:r>
          </a:p>
        </p:txBody>
      </p:sp>
      <p:sp>
        <p:nvSpPr>
          <p:cNvPr id="153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D2F4E226-3842-4532-A60F-4E8C02DAD6DC}"/>
              </a:ext>
            </a:extLst>
          </p:cNvPr>
          <p:cNvSpPr>
            <a:spLocks xmlns:a="http://schemas.openxmlformats.org/drawingml/2006/main" noGrp="1"/>
          </p:cNvSpPr>
          <p:nvPr>
            <p:ph type="body" idx="32" hasCustomPrompt="1"/>
          </p:nvPr>
        </p:nvSpPr>
        <p:spPr>
          <a:xfrm xmlns:a="http://schemas.openxmlformats.org/drawingml/2006/main">
            <a:off x="8385481" y="3810175"/>
            <a:ext cx="3264113" cy="2375115"/>
          </a:xfrm>
          <a:prstGeom xmlns:a="http://schemas.openxmlformats.org/drawingml/2006/main" prst="roundRect">
            <a:avLst>
              <a:gd name="adj" fmla="val 10167"/>
            </a:avLst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Ваше предложение решения данной проблемы</a:t>
            </a:r>
          </a:p>
        </p:txBody>
      </p:sp>
      <p:sp>
        <p:nvSpPr>
          <p:cNvPr id="189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C44A233F-7BDF-4F40-844F-FC23B1912AA4}"/>
              </a:ext>
            </a:extLst>
          </p:cNvPr>
          <p:cNvSpPr>
            <a:spLocks xmlns:a="http://schemas.openxmlformats.org/drawingml/2006/main" noGrp="1"/>
          </p:cNvSpPr>
          <p:nvPr>
            <p:ph type="body" idx="33" hasCustomPrompt="1"/>
          </p:nvPr>
        </p:nvSpPr>
        <p:spPr>
          <a:xfrm xmlns:a="http://schemas.openxmlformats.org/drawingml/2006/main">
            <a:off x="517027" y="3252336"/>
            <a:ext cx="3264113" cy="391783"/>
          </a:xfrm>
          <a:prstGeom xmlns:a="http://schemas.openxmlformats.org/drawingml/2006/main" prst="roundRect">
            <a:avLst>
              <a:gd name="adj" fmla="val 10167"/>
            </a:avLst>
          </a:prstGeom>
          <a:noFill xmlns:a="http://schemas.openxmlformats.org/drawingml/2006/main"/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Проблема</a:t>
            </a:r>
          </a:p>
        </p:txBody>
      </p:sp>
      <p:sp>
        <p:nvSpPr>
          <p:cNvPr id="190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1683ED6E-2444-48B8-A78B-F1EBA53E21C2}"/>
              </a:ext>
            </a:extLst>
          </p:cNvPr>
          <p:cNvSpPr>
            <a:spLocks xmlns:a="http://schemas.openxmlformats.org/drawingml/2006/main" noGrp="1"/>
          </p:cNvSpPr>
          <p:nvPr>
            <p:ph type="body" idx="34" hasCustomPrompt="1"/>
          </p:nvPr>
        </p:nvSpPr>
        <p:spPr>
          <a:xfrm xmlns:a="http://schemas.openxmlformats.org/drawingml/2006/main">
            <a:off x="4464542" y="3252336"/>
            <a:ext cx="3264113" cy="391783"/>
          </a:xfrm>
          <a:prstGeom xmlns:a="http://schemas.openxmlformats.org/drawingml/2006/main" prst="roundRect">
            <a:avLst>
              <a:gd name="adj" fmla="val 10167"/>
            </a:avLst>
          </a:prstGeom>
          <a:noFill xmlns:a="http://schemas.openxmlformats.org/drawingml/2006/main"/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Альтернативные решения</a:t>
            </a:r>
          </a:p>
        </p:txBody>
      </p:sp>
      <p:sp>
        <p:nvSpPr>
          <p:cNvPr id="191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B788F042-DAFC-4B5A-B1AA-8ADEFAAA9801}"/>
              </a:ext>
            </a:extLst>
          </p:cNvPr>
          <p:cNvSpPr>
            <a:spLocks xmlns:a="http://schemas.openxmlformats.org/drawingml/2006/main" noGrp="1"/>
          </p:cNvSpPr>
          <p:nvPr>
            <p:ph type="body" idx="35" hasCustomPrompt="1"/>
          </p:nvPr>
        </p:nvSpPr>
        <p:spPr>
          <a:xfrm xmlns:a="http://schemas.openxmlformats.org/drawingml/2006/main">
            <a:off x="8385481" y="3252336"/>
            <a:ext cx="3264113" cy="391783"/>
          </a:xfrm>
          <a:prstGeom xmlns:a="http://schemas.openxmlformats.org/drawingml/2006/main" prst="roundRect">
            <a:avLst>
              <a:gd name="adj" fmla="val 10167"/>
            </a:avLst>
          </a:prstGeom>
          <a:noFill xmlns:a="http://schemas.openxmlformats.org/drawingml/2006/main"/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Решение</a:t>
            </a:r>
          </a:p>
        </p:txBody>
      </p:sp>
    </p:spTree>
  </p:cSld>
</p:sldLayout>
</file>

<file path=ppt/slideLayouts/slideLayout19.xml><?xml version="1.0" encoding="utf-8"?>
<p:sldLayout xmlns:p="http://schemas.openxmlformats.org/presentationml/2006/main" preserve="1" userDrawn="1">
  <p:cSld name="Демо_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9" name="Picture Placeholder 1">
            <a:extLst xmlns:a="http://schemas.openxmlformats.org/drawingml/2006/main">
              <a:ext uri="{FF2B5EF4-FFF2-40B4-BE49-F238E27FC236}">
                <a16:creationId xmlns:a16="http://schemas.microsoft.com/office/drawing/2014/main" id="{F4BB4485-D5EB-48AD-A465-1B1299C88CD1}"/>
              </a:ext>
            </a:extLst>
          </p:cNvPr>
          <p:cNvSpPr>
            <a:spLocks xmlns:a="http://schemas.openxmlformats.org/drawingml/2006/main" noGrp="1"/>
          </p:cNvSpPr>
          <p:nvPr>
            <p:ph type="pic" idx="14"/>
          </p:nvPr>
        </p:nvSpPr>
        <p:spPr>
          <a:xfrm xmlns:a="http://schemas.openxmlformats.org/drawingml/2006/main">
            <a:off x="4162940" y="1264478"/>
            <a:ext cx="3866121" cy="2436377"/>
          </a:xfrm>
        </p:spPr>
      </p:sp>
      <p:sp>
        <p:nvSpPr>
          <p:cNvPr id="5" name="Дата 3">
            <a:extLst xmlns:a="http://schemas.openxmlformats.org/drawingml/2006/main"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4D396B86-640F-4AD1-BBB2-E085B6CD8771}" type="datetime1">
              <a:t>02.10.2026</a:t>
            </a:fld>
            <a:endParaRPr/>
          </a:p>
        </p:txBody>
      </p:sp>
      <p:sp>
        <p:nvSpPr>
          <p:cNvPr id="6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7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  <p:sp>
        <p:nvSpPr>
          <p:cNvPr id="100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346075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8" name="Текст 7">
            <a:extLst xmlns:a="http://schemas.openxmlformats.org/drawingml/2006/main">
              <a:ext uri="{FF2B5EF4-FFF2-40B4-BE49-F238E27FC236}">
                <a16:creationId xmlns:a16="http://schemas.microsoft.com/office/drawing/2014/main" id="{8340B20B-0618-415E-8908-3C85578C4D16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>
          <a:xfrm xmlns:a="http://schemas.openxmlformats.org/drawingml/2006/main">
            <a:off x="346075" y="4656083"/>
            <a:ext cx="3626835" cy="154469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90" name="Текст 7">
            <a:extLst xmlns:a="http://schemas.openxmlformats.org/drawingml/2006/main">
              <a:ext uri="{FF2B5EF4-FFF2-40B4-BE49-F238E27FC236}">
                <a16:creationId xmlns:a16="http://schemas.microsoft.com/office/drawing/2014/main" id="{47A76FC9-6FDA-4102-9D33-F9766B07D3E6}"/>
              </a:ext>
            </a:extLst>
          </p:cNvPr>
          <p:cNvSpPr>
            <a:spLocks xmlns:a="http://schemas.openxmlformats.org/drawingml/2006/main" noGrp="1"/>
          </p:cNvSpPr>
          <p:nvPr>
            <p:ph type="body" idx="16"/>
          </p:nvPr>
        </p:nvSpPr>
        <p:spPr>
          <a:xfrm xmlns:a="http://schemas.openxmlformats.org/drawingml/2006/main">
            <a:off x="4240502" y="4656083"/>
            <a:ext cx="3626835" cy="154469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91" name="Текст 7">
            <a:extLst xmlns:a="http://schemas.openxmlformats.org/drawingml/2006/main">
              <a:ext uri="{FF2B5EF4-FFF2-40B4-BE49-F238E27FC236}">
                <a16:creationId xmlns:a16="http://schemas.microsoft.com/office/drawing/2014/main" id="{7C8F4076-BB2C-4FA3-9BAD-5EF87B638D5F}"/>
              </a:ext>
            </a:extLst>
          </p:cNvPr>
          <p:cNvSpPr>
            <a:spLocks xmlns:a="http://schemas.openxmlformats.org/drawingml/2006/main" noGrp="1"/>
          </p:cNvSpPr>
          <p:nvPr>
            <p:ph type="body" idx="17"/>
          </p:nvPr>
        </p:nvSpPr>
        <p:spPr>
          <a:xfrm xmlns:a="http://schemas.openxmlformats.org/drawingml/2006/main">
            <a:off x="8230203" y="4656083"/>
            <a:ext cx="3626835" cy="154469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</p:spTree>
  </p:cSld>
</p:sldLayout>
</file>

<file path=ppt/slideLayouts/slideLayout20.xml><?xml version="1.0" encoding="utf-8"?>
<p:sldLayout xmlns:p="http://schemas.openxmlformats.org/presentationml/2006/main" preserve="1" userDrawn="1">
  <p:cSld name="1_Демо_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Дата 3">
            <a:extLst xmlns:a="http://schemas.openxmlformats.org/drawingml/2006/main"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93AF0E63-1EB1-47F5-B09E-CA3E5DE528F3}" type="datetime1">
              <a:t>02.10.2026</a:t>
            </a:fld>
            <a:endParaRPr/>
          </a:p>
        </p:txBody>
      </p:sp>
      <p:sp>
        <p:nvSpPr>
          <p:cNvPr id="6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7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  <p:sp>
        <p:nvSpPr>
          <p:cNvPr id="100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353289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8" name="Текст 7">
            <a:extLst xmlns:a="http://schemas.openxmlformats.org/drawingml/2006/main">
              <a:ext uri="{FF2B5EF4-FFF2-40B4-BE49-F238E27FC236}">
                <a16:creationId xmlns:a16="http://schemas.microsoft.com/office/drawing/2014/main" id="{8340B20B-0618-415E-8908-3C85578C4D16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>
          <a:xfrm xmlns:a="http://schemas.openxmlformats.org/drawingml/2006/main">
            <a:off x="1210643" y="4324451"/>
            <a:ext cx="4121687" cy="161226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90" name="Текст 7">
            <a:extLst xmlns:a="http://schemas.openxmlformats.org/drawingml/2006/main">
              <a:ext uri="{FF2B5EF4-FFF2-40B4-BE49-F238E27FC236}">
                <a16:creationId xmlns:a16="http://schemas.microsoft.com/office/drawing/2014/main" id="{47A76FC9-6FDA-4102-9D33-F9766B07D3E6}"/>
              </a:ext>
            </a:extLst>
          </p:cNvPr>
          <p:cNvSpPr>
            <a:spLocks xmlns:a="http://schemas.openxmlformats.org/drawingml/2006/main" noGrp="1"/>
          </p:cNvSpPr>
          <p:nvPr>
            <p:ph type="body" idx="16"/>
          </p:nvPr>
        </p:nvSpPr>
        <p:spPr>
          <a:xfrm xmlns:a="http://schemas.openxmlformats.org/drawingml/2006/main">
            <a:off x="6857950" y="4324451"/>
            <a:ext cx="4121687" cy="161226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79" name="Picture Placeholder 1">
            <a:extLst xmlns:a="http://schemas.openxmlformats.org/drawingml/2006/main">
              <a:ext uri="{FF2B5EF4-FFF2-40B4-BE49-F238E27FC236}">
                <a16:creationId xmlns:a16="http://schemas.microsoft.com/office/drawing/2014/main" id="{F4BB4485-D5EB-48AD-A465-1B1299C88CD1}"/>
              </a:ext>
            </a:extLst>
          </p:cNvPr>
          <p:cNvSpPr>
            <a:spLocks xmlns:a="http://schemas.openxmlformats.org/drawingml/2006/main" noGrp="1"/>
          </p:cNvSpPr>
          <p:nvPr>
            <p:ph type="pic" idx="14"/>
          </p:nvPr>
        </p:nvSpPr>
        <p:spPr>
          <a:xfrm xmlns:a="http://schemas.openxmlformats.org/drawingml/2006/main">
            <a:off x="1210642" y="1577998"/>
            <a:ext cx="4121688" cy="2283975"/>
          </a:xfrm>
        </p:spPr>
      </p:sp>
      <p:sp>
        <p:nvSpPr>
          <p:cNvPr id="123" name="Picture Placeholder 1">
            <a:extLst xmlns:a="http://schemas.openxmlformats.org/drawingml/2006/main">
              <a:ext uri="{FF2B5EF4-FFF2-40B4-BE49-F238E27FC236}">
                <a16:creationId xmlns:a16="http://schemas.microsoft.com/office/drawing/2014/main" id="{C7FB8BAF-17B6-40DC-9912-73B3494AC45E}"/>
              </a:ext>
            </a:extLst>
          </p:cNvPr>
          <p:cNvSpPr>
            <a:spLocks xmlns:a="http://schemas.openxmlformats.org/drawingml/2006/main" noGrp="1"/>
          </p:cNvSpPr>
          <p:nvPr>
            <p:ph type="pic" idx="18"/>
          </p:nvPr>
        </p:nvSpPr>
        <p:spPr>
          <a:xfrm xmlns:a="http://schemas.openxmlformats.org/drawingml/2006/main">
            <a:off x="6855540" y="1577998"/>
            <a:ext cx="4121688" cy="2283975"/>
          </a:xfrm>
        </p:spPr>
      </p:sp>
    </p:spTree>
  </p:cSld>
</p:sldLayout>
</file>

<file path=ppt/slideLayouts/slideLayout21.xml><?xml version="1.0" encoding="utf-8"?>
<p:sldLayout xmlns:p="http://schemas.openxmlformats.org/presentationml/2006/main" preserve="1" userDrawn="1">
  <p:cSld name="2_Демо_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5" name="Picture Placeholder 1">
            <a:extLst xmlns:a="http://schemas.openxmlformats.org/drawingml/2006/main">
              <a:ext uri="{FF2B5EF4-FFF2-40B4-BE49-F238E27FC236}">
                <a16:creationId xmlns:a16="http://schemas.microsoft.com/office/drawing/2014/main" id="{2E6A2544-8689-48EB-9658-2D1DE4E48784}"/>
              </a:ext>
            </a:extLst>
          </p:cNvPr>
          <p:cNvSpPr>
            <a:spLocks xmlns:a="http://schemas.openxmlformats.org/drawingml/2006/main" noGrp="1"/>
          </p:cNvSpPr>
          <p:nvPr>
            <p:ph type="pic" idx="14"/>
          </p:nvPr>
        </p:nvSpPr>
        <p:spPr>
          <a:xfrm xmlns:a="http://schemas.openxmlformats.org/drawingml/2006/main">
            <a:off x="5009872" y="1235915"/>
            <a:ext cx="2172255" cy="4602697"/>
          </a:xfrm>
          <a:prstGeom xmlns:a="http://schemas.openxmlformats.org/drawingml/2006/main" prst="roundRect">
            <a:avLst>
              <a:gd name="adj" fmla="val 12528"/>
            </a:avLst>
          </a:prstGeom>
          <a:noFill xmlns:a="http://schemas.openxmlformats.org/drawingml/2006/main"/>
        </p:spPr>
      </p:sp>
      <p:sp>
        <p:nvSpPr>
          <p:cNvPr id="130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34F2EADD-49A3-44E7-AC8B-D07BF1B4F1A8}"/>
              </a:ext>
            </a:extLst>
          </p:cNvPr>
          <p:cNvSpPr>
            <a:spLocks xmlns:a="http://schemas.openxmlformats.org/drawingml/2006/main" noGrp="1"/>
          </p:cNvSpPr>
          <p:nvPr>
            <p:ph type="body" idx="21"/>
          </p:nvPr>
        </p:nvSpPr>
        <p:spPr>
          <a:xfrm xmlns:a="http://schemas.openxmlformats.org/drawingml/2006/main">
            <a:off x="356349" y="1641283"/>
            <a:ext cx="3812931" cy="1021701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46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15551546-3EE0-4A54-9DEE-1E9FEBF43B2F}"/>
              </a:ext>
            </a:extLst>
          </p:cNvPr>
          <p:cNvSpPr>
            <a:spLocks xmlns:a="http://schemas.openxmlformats.org/drawingml/2006/main" noGrp="1"/>
          </p:cNvSpPr>
          <p:nvPr>
            <p:ph type="body" idx="18"/>
          </p:nvPr>
        </p:nvSpPr>
        <p:spPr>
          <a:xfrm xmlns:a="http://schemas.openxmlformats.org/drawingml/2006/main">
            <a:off x="356349" y="2020820"/>
            <a:ext cx="3812931" cy="12905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47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9D9ADB6F-AC53-4034-92EE-80435562B80A}"/>
              </a:ext>
            </a:extLst>
          </p:cNvPr>
          <p:cNvSpPr>
            <a:spLocks xmlns:a="http://schemas.openxmlformats.org/drawingml/2006/main" noGrp="1"/>
          </p:cNvSpPr>
          <p:nvPr>
            <p:ph type="body" idx="22"/>
          </p:nvPr>
        </p:nvSpPr>
        <p:spPr>
          <a:xfrm xmlns:a="http://schemas.openxmlformats.org/drawingml/2006/main">
            <a:off x="8040021" y="1641283"/>
            <a:ext cx="3812931" cy="1021701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5">
                    <a:lumMod val="20000"/>
                    <a:lumOff val="80000"/>
                  </a:schemeClr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48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EAB22390-1508-4419-B1B3-375A734DF0EE}"/>
              </a:ext>
            </a:extLst>
          </p:cNvPr>
          <p:cNvSpPr>
            <a:spLocks xmlns:a="http://schemas.openxmlformats.org/drawingml/2006/main" noGrp="1"/>
          </p:cNvSpPr>
          <p:nvPr>
            <p:ph type="body" idx="23"/>
          </p:nvPr>
        </p:nvSpPr>
        <p:spPr>
          <a:xfrm xmlns:a="http://schemas.openxmlformats.org/drawingml/2006/main">
            <a:off x="8040021" y="2020820"/>
            <a:ext cx="3812931" cy="12905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49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FF699DD2-8E32-4C98-8444-90139EB2FDC6}"/>
              </a:ext>
            </a:extLst>
          </p:cNvPr>
          <p:cNvSpPr>
            <a:spLocks xmlns:a="http://schemas.openxmlformats.org/drawingml/2006/main" noGrp="1"/>
          </p:cNvSpPr>
          <p:nvPr>
            <p:ph type="body" idx="24"/>
          </p:nvPr>
        </p:nvSpPr>
        <p:spPr>
          <a:xfrm xmlns:a="http://schemas.openxmlformats.org/drawingml/2006/main">
            <a:off x="356349" y="3864598"/>
            <a:ext cx="3812931" cy="1021701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4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50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6496F1D2-4B4B-412C-B228-1C27099F20D3}"/>
              </a:ext>
            </a:extLst>
          </p:cNvPr>
          <p:cNvSpPr>
            <a:spLocks xmlns:a="http://schemas.openxmlformats.org/drawingml/2006/main" noGrp="1"/>
          </p:cNvSpPr>
          <p:nvPr>
            <p:ph type="body" idx="25"/>
          </p:nvPr>
        </p:nvSpPr>
        <p:spPr>
          <a:xfrm xmlns:a="http://schemas.openxmlformats.org/drawingml/2006/main">
            <a:off x="356349" y="4244135"/>
            <a:ext cx="3812931" cy="12905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51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55E268D8-B309-4AA0-8E1B-30DF4A867252}"/>
              </a:ext>
            </a:extLst>
          </p:cNvPr>
          <p:cNvSpPr>
            <a:spLocks xmlns:a="http://schemas.openxmlformats.org/drawingml/2006/main" noGrp="1"/>
          </p:cNvSpPr>
          <p:nvPr>
            <p:ph type="body" idx="26"/>
          </p:nvPr>
        </p:nvSpPr>
        <p:spPr>
          <a:xfrm xmlns:a="http://schemas.openxmlformats.org/drawingml/2006/main">
            <a:off x="8040021" y="3864598"/>
            <a:ext cx="3812931" cy="1021701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52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E6797EA4-A26A-41BA-A1AB-8E1F9B9574DE}"/>
              </a:ext>
            </a:extLst>
          </p:cNvPr>
          <p:cNvSpPr>
            <a:spLocks xmlns:a="http://schemas.openxmlformats.org/drawingml/2006/main" noGrp="1"/>
          </p:cNvSpPr>
          <p:nvPr>
            <p:ph type="body" idx="27"/>
          </p:nvPr>
        </p:nvSpPr>
        <p:spPr>
          <a:xfrm xmlns:a="http://schemas.openxmlformats.org/drawingml/2006/main">
            <a:off x="8040021" y="4244135"/>
            <a:ext cx="3812931" cy="12905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cxnSp>
        <p:nvCxnSpPr>
          <p:cNvPr id="168" name="Google Shape;2799;p94">
            <a:extLst xmlns:a="http://schemas.openxmlformats.org/drawingml/2006/main">
              <a:ext uri="{FF2B5EF4-FFF2-40B4-BE49-F238E27FC236}">
                <a16:creationId xmlns:a16="http://schemas.microsoft.com/office/drawing/2014/main" id="{F0F825D0-DE49-4520-B049-03523341A74F}"/>
              </a:ext>
            </a:extLst>
          </p:cNvPr>
          <p:cNvCxnSpPr/>
          <p:nvPr/>
        </p:nvCxnSpPr>
        <p:spPr>
          <a:xfrm xmlns:a="http://schemas.openxmlformats.org/drawingml/2006/main">
            <a:off x="4244694" y="1870413"/>
            <a:ext cx="686698" cy="0"/>
          </a:xfrm>
          <a:prstGeom xmlns:a="http://schemas.openxmlformats.org/drawingml/2006/main" prst="straightConnector1">
            <a:avLst/>
          </a:prstGeom>
          <a:ln xmlns:a="http://schemas.openxmlformats.org/drawingml/2006/main" w="25400" cap="flat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9" name="Google Shape;2799;p94">
            <a:extLst xmlns:a="http://schemas.openxmlformats.org/drawingml/2006/main">
              <a:ext uri="{FF2B5EF4-FFF2-40B4-BE49-F238E27FC236}">
                <a16:creationId xmlns:a16="http://schemas.microsoft.com/office/drawing/2014/main" id="{4B48644F-C59E-41F0-8579-17B18033D4DF}"/>
              </a:ext>
            </a:extLst>
          </p:cNvPr>
          <p:cNvCxnSpPr/>
          <p:nvPr/>
        </p:nvCxnSpPr>
        <p:spPr>
          <a:xfrm xmlns:a="http://schemas.openxmlformats.org/drawingml/2006/main">
            <a:off x="4244694" y="4094630"/>
            <a:ext cx="686698" cy="0"/>
          </a:xfrm>
          <a:prstGeom xmlns:a="http://schemas.openxmlformats.org/drawingml/2006/main" prst="straightConnector1">
            <a:avLst/>
          </a:prstGeom>
          <a:ln xmlns:a="http://schemas.openxmlformats.org/drawingml/2006/main" w="25400" cap="flat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0" name="Google Shape;2799;p94">
            <a:extLst xmlns:a="http://schemas.openxmlformats.org/drawingml/2006/main">
              <a:ext uri="{FF2B5EF4-FFF2-40B4-BE49-F238E27FC236}">
                <a16:creationId xmlns:a16="http://schemas.microsoft.com/office/drawing/2014/main" id="{DC95603A-93E6-433F-AAEF-DF836F300A45}"/>
              </a:ext>
            </a:extLst>
          </p:cNvPr>
          <p:cNvCxnSpPr/>
          <p:nvPr/>
        </p:nvCxnSpPr>
        <p:spPr>
          <a:xfrm xmlns:a="http://schemas.openxmlformats.org/drawingml/2006/main">
            <a:off x="7250583" y="1870413"/>
            <a:ext cx="686698" cy="0"/>
          </a:xfrm>
          <a:prstGeom xmlns:a="http://schemas.openxmlformats.org/drawingml/2006/main" prst="straightConnector1">
            <a:avLst/>
          </a:prstGeom>
          <a:ln xmlns:a="http://schemas.openxmlformats.org/drawingml/2006/main" w="25400" cap="flat">
            <a:solidFill>
              <a:schemeClr val="accent5">
                <a:lumMod val="20000"/>
                <a:lumOff val="8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1" name="Google Shape;2799;p94">
            <a:extLst xmlns:a="http://schemas.openxmlformats.org/drawingml/2006/main">
              <a:ext uri="{FF2B5EF4-FFF2-40B4-BE49-F238E27FC236}">
                <a16:creationId xmlns:a16="http://schemas.microsoft.com/office/drawing/2014/main" id="{B500E597-A67D-4210-B265-DD962D795B26}"/>
              </a:ext>
            </a:extLst>
          </p:cNvPr>
          <p:cNvCxnSpPr/>
          <p:nvPr/>
        </p:nvCxnSpPr>
        <p:spPr>
          <a:xfrm xmlns:a="http://schemas.openxmlformats.org/drawingml/2006/main">
            <a:off x="7250583" y="4094630"/>
            <a:ext cx="686698" cy="0"/>
          </a:xfrm>
          <a:prstGeom xmlns:a="http://schemas.openxmlformats.org/drawingml/2006/main" prst="straightConnector1">
            <a:avLst/>
          </a:prstGeom>
          <a:ln xmlns:a="http://schemas.openxmlformats.org/drawingml/2006/main" w="25400" cap="flat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Заголовок 3">
            <a:extLst xmlns:a="http://schemas.openxmlformats.org/drawingml/2006/main">
              <a:ext uri="{FF2B5EF4-FFF2-40B4-BE49-F238E27FC236}">
                <a16:creationId xmlns:a16="http://schemas.microsoft.com/office/drawing/2014/main" id="{A19765B8-4F24-5E1F-432E-F592BFAF73CE}"/>
              </a:ext>
            </a:extLst>
          </p:cNvPr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9" name="Дата 8">
            <a:extLst xmlns:a="http://schemas.openxmlformats.org/drawingml/2006/main">
              <a:ext uri="{FF2B5EF4-FFF2-40B4-BE49-F238E27FC236}">
                <a16:creationId xmlns:a16="http://schemas.microsoft.com/office/drawing/2014/main" id="{E19B813A-8796-C89A-4669-BFA5CA98F24A}"/>
              </a:ext>
            </a:extLst>
          </p:cNvPr>
          <p:cNvSpPr>
            <a:spLocks xmlns:a="http://schemas.openxmlformats.org/drawingml/2006/main" noGrp="1"/>
          </p:cNvSpPr>
          <p:nvPr>
            <p:ph type="dt" idx="28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D490EE5-ED7D-46E8-8345-A78A0CB0F4A4}" type="datetime1">
              <a:t>02.10.2026</a:t>
            </a:fld>
            <a:endParaRPr/>
          </a:p>
        </p:txBody>
      </p:sp>
      <p:sp>
        <p:nvSpPr>
          <p:cNvPr id="10" name="Нижний колонтитул 9">
            <a:extLst xmlns:a="http://schemas.openxmlformats.org/drawingml/2006/main">
              <a:ext uri="{FF2B5EF4-FFF2-40B4-BE49-F238E27FC236}">
                <a16:creationId xmlns:a16="http://schemas.microsoft.com/office/drawing/2014/main" id="{2648A9B9-3888-6E59-EA1C-76276C4EE93D}"/>
              </a:ext>
            </a:extLst>
          </p:cNvPr>
          <p:cNvSpPr>
            <a:spLocks xmlns:a="http://schemas.openxmlformats.org/drawingml/2006/main" noGrp="1"/>
          </p:cNvSpPr>
          <p:nvPr>
            <p:ph type="ftr" idx="2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Номер слайда 10">
            <a:extLst xmlns:a="http://schemas.openxmlformats.org/drawingml/2006/main">
              <a:ext uri="{FF2B5EF4-FFF2-40B4-BE49-F238E27FC236}">
                <a16:creationId xmlns:a16="http://schemas.microsoft.com/office/drawing/2014/main" id="{0E2B1EF5-F5AA-C72A-5C4D-8EE372388A4E}"/>
              </a:ext>
            </a:extLst>
          </p:cNvPr>
          <p:cNvSpPr>
            <a:spLocks xmlns:a="http://schemas.openxmlformats.org/drawingml/2006/main" noGrp="1"/>
          </p:cNvSpPr>
          <p:nvPr>
            <p:ph type="sldNum" idx="3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</p:spTree>
  </p:cSld>
</p:sldLayout>
</file>

<file path=ppt/slideLayouts/slideLayout22.xml><?xml version="1.0" encoding="utf-8"?>
<p:sldLayout xmlns:p="http://schemas.openxmlformats.org/presentationml/2006/main" preserve="1" userDrawn="1">
  <p:cSld name="3_Демо_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5" name="Picture Placeholder 1">
            <a:extLst xmlns:a="http://schemas.openxmlformats.org/drawingml/2006/main">
              <a:ext uri="{FF2B5EF4-FFF2-40B4-BE49-F238E27FC236}">
                <a16:creationId xmlns:a16="http://schemas.microsoft.com/office/drawing/2014/main" id="{2E6A2544-8689-48EB-9658-2D1DE4E48784}"/>
              </a:ext>
            </a:extLst>
          </p:cNvPr>
          <p:cNvSpPr>
            <a:spLocks xmlns:a="http://schemas.openxmlformats.org/drawingml/2006/main" noGrp="1"/>
          </p:cNvSpPr>
          <p:nvPr>
            <p:ph type="pic" idx="14"/>
          </p:nvPr>
        </p:nvSpPr>
        <p:spPr>
          <a:xfrm xmlns:a="http://schemas.openxmlformats.org/drawingml/2006/main">
            <a:off x="1001460" y="1038224"/>
            <a:ext cx="1726214" cy="3657600"/>
          </a:xfrm>
          <a:prstGeom xmlns:a="http://schemas.openxmlformats.org/drawingml/2006/main" prst="roundRect">
            <a:avLst>
              <a:gd name="adj" fmla="val 12528"/>
            </a:avLst>
          </a:prstGeom>
          <a:noFill xmlns:a="http://schemas.openxmlformats.org/drawingml/2006/main"/>
        </p:spPr>
      </p:sp>
      <p:sp>
        <p:nvSpPr>
          <p:cNvPr id="75" name="Picture Placeholder 1">
            <a:extLst xmlns:a="http://schemas.openxmlformats.org/drawingml/2006/main">
              <a:ext uri="{FF2B5EF4-FFF2-40B4-BE49-F238E27FC236}">
                <a16:creationId xmlns:a16="http://schemas.microsoft.com/office/drawing/2014/main" id="{5F8A3887-CB84-43EA-BFC4-CD93F421C5F2}"/>
              </a:ext>
            </a:extLst>
          </p:cNvPr>
          <p:cNvSpPr>
            <a:spLocks xmlns:a="http://schemas.openxmlformats.org/drawingml/2006/main" noGrp="1"/>
          </p:cNvSpPr>
          <p:nvPr>
            <p:ph type="pic" idx="15"/>
          </p:nvPr>
        </p:nvSpPr>
        <p:spPr>
          <a:xfrm xmlns:a="http://schemas.openxmlformats.org/drawingml/2006/main">
            <a:off x="3831097" y="1038224"/>
            <a:ext cx="1726214" cy="3657600"/>
          </a:xfrm>
          <a:prstGeom xmlns:a="http://schemas.openxmlformats.org/drawingml/2006/main" prst="roundRect">
            <a:avLst>
              <a:gd name="adj" fmla="val 12528"/>
            </a:avLst>
          </a:prstGeom>
          <a:noFill xmlns:a="http://schemas.openxmlformats.org/drawingml/2006/main"/>
        </p:spPr>
      </p:sp>
      <p:sp>
        <p:nvSpPr>
          <p:cNvPr id="102" name="Picture Placeholder 1">
            <a:extLst xmlns:a="http://schemas.openxmlformats.org/drawingml/2006/main">
              <a:ext uri="{FF2B5EF4-FFF2-40B4-BE49-F238E27FC236}">
                <a16:creationId xmlns:a16="http://schemas.microsoft.com/office/drawing/2014/main" id="{E009EEBC-6069-4389-9953-A05FCC07FDF9}"/>
              </a:ext>
            </a:extLst>
          </p:cNvPr>
          <p:cNvSpPr>
            <a:spLocks xmlns:a="http://schemas.openxmlformats.org/drawingml/2006/main" noGrp="1"/>
          </p:cNvSpPr>
          <p:nvPr>
            <p:ph type="pic" idx="16"/>
          </p:nvPr>
        </p:nvSpPr>
        <p:spPr>
          <a:xfrm xmlns:a="http://schemas.openxmlformats.org/drawingml/2006/main">
            <a:off x="6660734" y="1038224"/>
            <a:ext cx="1726214" cy="3657600"/>
          </a:xfrm>
          <a:prstGeom xmlns:a="http://schemas.openxmlformats.org/drawingml/2006/main" prst="roundRect">
            <a:avLst>
              <a:gd name="adj" fmla="val 12528"/>
            </a:avLst>
          </a:prstGeom>
          <a:noFill xmlns:a="http://schemas.openxmlformats.org/drawingml/2006/main"/>
        </p:spPr>
      </p:sp>
      <p:sp>
        <p:nvSpPr>
          <p:cNvPr id="171" name="Picture Placeholder 1">
            <a:extLst xmlns:a="http://schemas.openxmlformats.org/drawingml/2006/main">
              <a:ext uri="{FF2B5EF4-FFF2-40B4-BE49-F238E27FC236}">
                <a16:creationId xmlns:a16="http://schemas.microsoft.com/office/drawing/2014/main" id="{16E9D3D5-A966-4770-89F5-48C9F92735FE}"/>
              </a:ext>
            </a:extLst>
          </p:cNvPr>
          <p:cNvSpPr>
            <a:spLocks xmlns:a="http://schemas.openxmlformats.org/drawingml/2006/main" noGrp="1"/>
          </p:cNvSpPr>
          <p:nvPr>
            <p:ph type="pic" idx="17"/>
          </p:nvPr>
        </p:nvSpPr>
        <p:spPr>
          <a:xfrm xmlns:a="http://schemas.openxmlformats.org/drawingml/2006/main">
            <a:off x="9490368" y="1038224"/>
            <a:ext cx="1726214" cy="3657600"/>
          </a:xfrm>
          <a:prstGeom xmlns:a="http://schemas.openxmlformats.org/drawingml/2006/main" prst="roundRect">
            <a:avLst>
              <a:gd name="adj" fmla="val 12528"/>
            </a:avLst>
          </a:prstGeom>
          <a:noFill xmlns:a="http://schemas.openxmlformats.org/drawingml/2006/main"/>
        </p:spPr>
      </p:sp>
      <p:sp>
        <p:nvSpPr>
          <p:cNvPr id="5" name="Дата 3">
            <a:extLst xmlns:a="http://schemas.openxmlformats.org/drawingml/2006/main"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DC8C16AD-D907-4463-BE30-FCBB33ACAE3F}" type="datetime1">
              <a:t>02.10.2026</a:t>
            </a:fld>
            <a:endParaRPr/>
          </a:p>
        </p:txBody>
      </p:sp>
      <p:sp>
        <p:nvSpPr>
          <p:cNvPr id="6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7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  <p:sp>
        <p:nvSpPr>
          <p:cNvPr id="197" name="Текст 7">
            <a:extLst xmlns:a="http://schemas.openxmlformats.org/drawingml/2006/main">
              <a:ext uri="{FF2B5EF4-FFF2-40B4-BE49-F238E27FC236}">
                <a16:creationId xmlns:a16="http://schemas.microsoft.com/office/drawing/2014/main" id="{B3D45624-8EA3-4B52-B030-A364BB470CC4}"/>
              </a:ext>
            </a:extLst>
          </p:cNvPr>
          <p:cNvSpPr>
            <a:spLocks xmlns:a="http://schemas.openxmlformats.org/drawingml/2006/main" noGrp="1"/>
          </p:cNvSpPr>
          <p:nvPr>
            <p:ph type="body" idx="18"/>
          </p:nvPr>
        </p:nvSpPr>
        <p:spPr>
          <a:xfrm xmlns:a="http://schemas.openxmlformats.org/drawingml/2006/main">
            <a:off x="346076" y="4929435"/>
            <a:ext cx="2739248" cy="12713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198" name="Текст 7">
            <a:extLst xmlns:a="http://schemas.openxmlformats.org/drawingml/2006/main">
              <a:ext uri="{FF2B5EF4-FFF2-40B4-BE49-F238E27FC236}">
                <a16:creationId xmlns:a16="http://schemas.microsoft.com/office/drawing/2014/main" id="{CA86BD45-703D-484A-9D4A-1FEA90A4808F}"/>
              </a:ext>
            </a:extLst>
          </p:cNvPr>
          <p:cNvSpPr>
            <a:spLocks xmlns:a="http://schemas.openxmlformats.org/drawingml/2006/main" noGrp="1"/>
          </p:cNvSpPr>
          <p:nvPr>
            <p:ph type="body" idx="19"/>
          </p:nvPr>
        </p:nvSpPr>
        <p:spPr>
          <a:xfrm xmlns:a="http://schemas.openxmlformats.org/drawingml/2006/main">
            <a:off x="3269562" y="4929435"/>
            <a:ext cx="2739248" cy="12713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199" name="Текст 7">
            <a:extLst xmlns:a="http://schemas.openxmlformats.org/drawingml/2006/main">
              <a:ext uri="{FF2B5EF4-FFF2-40B4-BE49-F238E27FC236}">
                <a16:creationId xmlns:a16="http://schemas.microsoft.com/office/drawing/2014/main" id="{0FE3D94F-B533-4C0D-9E9B-72F06706305C}"/>
              </a:ext>
            </a:extLst>
          </p:cNvPr>
          <p:cNvSpPr>
            <a:spLocks xmlns:a="http://schemas.openxmlformats.org/drawingml/2006/main" noGrp="1"/>
          </p:cNvSpPr>
          <p:nvPr>
            <p:ph type="body" idx="20"/>
          </p:nvPr>
        </p:nvSpPr>
        <p:spPr>
          <a:xfrm xmlns:a="http://schemas.openxmlformats.org/drawingml/2006/main">
            <a:off x="6193048" y="4929435"/>
            <a:ext cx="2739248" cy="12713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200" name="Текст 7">
            <a:extLst xmlns:a="http://schemas.openxmlformats.org/drawingml/2006/main">
              <a:ext uri="{FF2B5EF4-FFF2-40B4-BE49-F238E27FC236}">
                <a16:creationId xmlns:a16="http://schemas.microsoft.com/office/drawing/2014/main" id="{0C4A1F6E-BDC1-410D-A748-7E90C2221ED1}"/>
              </a:ext>
            </a:extLst>
          </p:cNvPr>
          <p:cNvSpPr>
            <a:spLocks xmlns:a="http://schemas.openxmlformats.org/drawingml/2006/main" noGrp="1"/>
          </p:cNvSpPr>
          <p:nvPr>
            <p:ph type="body" idx="21"/>
          </p:nvPr>
        </p:nvSpPr>
        <p:spPr>
          <a:xfrm xmlns:a="http://schemas.openxmlformats.org/drawingml/2006/main">
            <a:off x="9116535" y="4929435"/>
            <a:ext cx="2739248" cy="12713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2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D008DEFE-D4AF-4461-AEAA-AABBFA14735A}"/>
              </a:ext>
            </a:extLst>
          </p:cNvPr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</p:spTree>
  </p:cSld>
</p:sldLayout>
</file>

<file path=ppt/slideLayouts/slideLayout23.xml><?xml version="1.0" encoding="utf-8"?>
<p:sldLayout xmlns:p="http://schemas.openxmlformats.org/presentationml/2006/main" userDrawn="1">
  <p:cSld name="Пустой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image" Target="/ppt/media/image.png" Id="Rdc113f548bb24f7b" /><Relationship Type="http://schemas.openxmlformats.org/officeDocument/2006/relationships/theme" Target="/ppt/slideMasters/theme/theme2.xml" Id="Rbb02fa4f840d4df4" /><Relationship Type="http://schemas.openxmlformats.org/officeDocument/2006/relationships/slideLayout" Target="/ppt/slideLayouts/slideLayout1.xml" Id="Rdc8763c5613f46b8" /><Relationship Type="http://schemas.openxmlformats.org/officeDocument/2006/relationships/slideLayout" Target="/ppt/slideLayouts/slideLayout2.xml" Id="R19b92f740da74a40" /><Relationship Type="http://schemas.openxmlformats.org/officeDocument/2006/relationships/slideLayout" Target="/ppt/slideLayouts/slideLayout3.xml" Id="R75746716792d4cf6" /><Relationship Type="http://schemas.openxmlformats.org/officeDocument/2006/relationships/slideLayout" Target="/ppt/slideLayouts/slideLayout4.xml" Id="Rde4a545b65234450" /><Relationship Type="http://schemas.openxmlformats.org/officeDocument/2006/relationships/slideLayout" Target="/ppt/slideLayouts/slideLayout5.xml" Id="Rf0c53fb00c6e416a" /><Relationship Type="http://schemas.openxmlformats.org/officeDocument/2006/relationships/slideLayout" Target="/ppt/slideLayouts/slideLayout6.xml" Id="Rf839cdaebb7d4d3a" /><Relationship Type="http://schemas.openxmlformats.org/officeDocument/2006/relationships/slideLayout" Target="/ppt/slideLayouts/slideLayout7.xml" Id="R85d9074006a549a8" /><Relationship Type="http://schemas.openxmlformats.org/officeDocument/2006/relationships/slideLayout" Target="/ppt/slideLayouts/slideLayout8.xml" Id="R33c6e206e026420e" /><Relationship Type="http://schemas.openxmlformats.org/officeDocument/2006/relationships/slideLayout" Target="/ppt/slideLayouts/slideLayout9.xml" Id="R2560a1441e974ad5" /><Relationship Type="http://schemas.openxmlformats.org/officeDocument/2006/relationships/slideLayout" Target="/ppt/slideLayouts/slideLayout10.xml" Id="R68a9eddfc92444ab" /><Relationship Type="http://schemas.openxmlformats.org/officeDocument/2006/relationships/slideLayout" Target="/ppt/slideLayouts/slideLayout11.xml" Id="Rd7e652baee14422c" /><Relationship Type="http://schemas.openxmlformats.org/officeDocument/2006/relationships/slideLayout" Target="/ppt/slideLayouts/slideLayout12.xml" Id="R21a01ba34190491e" /><Relationship Type="http://schemas.openxmlformats.org/officeDocument/2006/relationships/slideLayout" Target="/ppt/slideLayouts/slideLayout13.xml" Id="R1a30832a11104f79" /><Relationship Type="http://schemas.openxmlformats.org/officeDocument/2006/relationships/slideLayout" Target="/ppt/slideLayouts/slideLayout14.xml" Id="R3bd666cc21954f52" /><Relationship Type="http://schemas.openxmlformats.org/officeDocument/2006/relationships/slideLayout" Target="/ppt/slideLayouts/slideLayout15.xml" Id="R12533838d0c14946" /><Relationship Type="http://schemas.openxmlformats.org/officeDocument/2006/relationships/slideLayout" Target="/ppt/slideLayouts/slideLayout16.xml" Id="R0463821096d64db8" /><Relationship Type="http://schemas.openxmlformats.org/officeDocument/2006/relationships/slideLayout" Target="/ppt/slideLayouts/slideLayout17.xml" Id="R8e88b171dc2f4795" /><Relationship Type="http://schemas.openxmlformats.org/officeDocument/2006/relationships/slideLayout" Target="/ppt/slideLayouts/slideLayout18.xml" Id="Re4f09c57a0ec42d0" /><Relationship Type="http://schemas.openxmlformats.org/officeDocument/2006/relationships/slideLayout" Target="/ppt/slideLayouts/slideLayout19.xml" Id="R533c6c11f6924086" /><Relationship Type="http://schemas.openxmlformats.org/officeDocument/2006/relationships/slideLayout" Target="/ppt/slideLayouts/slideLayout20.xml" Id="Rb3b7122ff4664474" /><Relationship Type="http://schemas.openxmlformats.org/officeDocument/2006/relationships/slideLayout" Target="/ppt/slideLayouts/slideLayout21.xml" Id="R8e5f6aba32014473" /><Relationship Type="http://schemas.openxmlformats.org/officeDocument/2006/relationships/slideLayout" Target="/ppt/slideLayouts/slideLayout22.xml" Id="R4549497b86334ae3" /><Relationship Type="http://schemas.openxmlformats.org/officeDocument/2006/relationships/slideLayout" Target="/ppt/slideLayouts/slideLayout23.xml" Id="R94b216e5779e4f1d" /></Relationships>
</file>

<file path=ppt/slideMasters/slideMaster1.xml><?xml version="1.0" encoding="utf-8"?>
<p:sldMaster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dc113f548bb24f7b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F2BCE23A-38F1-44E4-8D99-E9CD24A3AF81}"/>
              </a:ext>
            </a:extLst>
          </p:cNvPr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346075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3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36EAD268-7E0C-4473-BF2C-A75921B98BC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5392" y="1016177"/>
            <a:ext cx="11561229" cy="516079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4" name="Дата 3">
            <a:extLst xmlns:a="http://schemas.openxmlformats.org/drawingml/2006/main">
              <a:ext uri="{FF2B5EF4-FFF2-40B4-BE49-F238E27FC236}">
                <a16:creationId xmlns:a16="http://schemas.microsoft.com/office/drawing/2014/main" id="{D905FB47-C828-44E8-81A6-7D70F28691C7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9D490EE5-ED7D-46E8-8345-A78A0CB0F4A4}" type="datetime1">
              <a:t>02.10.2026</a:t>
            </a:fld>
            <a:endParaRPr/>
          </a:p>
        </p:txBody>
      </p:sp>
      <p:sp>
        <p:nvSpPr>
          <p:cNvPr id="5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738C8EAA-BD95-4729-8C84-AB6D45F44AA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15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797EBB71-A16C-4900-8120-78386F05C8E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c8763c5613f46b8"/>
    <p:sldLayoutId xmlns:r="http://schemas.openxmlformats.org/officeDocument/2006/relationships" id="2147483650" r:id="R19b92f740da74a40"/>
    <p:sldLayoutId xmlns:r="http://schemas.openxmlformats.org/officeDocument/2006/relationships" id="2147483651" r:id="R75746716792d4cf6"/>
    <p:sldLayoutId xmlns:r="http://schemas.openxmlformats.org/officeDocument/2006/relationships" id="2147483652" r:id="Rde4a545b65234450"/>
    <p:sldLayoutId xmlns:r="http://schemas.openxmlformats.org/officeDocument/2006/relationships" id="2147483653" r:id="Rf0c53fb00c6e416a"/>
    <p:sldLayoutId xmlns:r="http://schemas.openxmlformats.org/officeDocument/2006/relationships" id="2147483654" r:id="Rf839cdaebb7d4d3a"/>
    <p:sldLayoutId xmlns:r="http://schemas.openxmlformats.org/officeDocument/2006/relationships" id="2147483655" r:id="R85d9074006a549a8"/>
    <p:sldLayoutId xmlns:r="http://schemas.openxmlformats.org/officeDocument/2006/relationships" id="2147483656" r:id="R33c6e206e026420e"/>
    <p:sldLayoutId xmlns:r="http://schemas.openxmlformats.org/officeDocument/2006/relationships" id="2147483657" r:id="R2560a1441e974ad5"/>
    <p:sldLayoutId xmlns:r="http://schemas.openxmlformats.org/officeDocument/2006/relationships" id="2147483658" r:id="R68a9eddfc92444ab"/>
    <p:sldLayoutId xmlns:r="http://schemas.openxmlformats.org/officeDocument/2006/relationships" id="2147483659" r:id="Rd7e652baee14422c"/>
    <p:sldLayoutId xmlns:r="http://schemas.openxmlformats.org/officeDocument/2006/relationships" id="2147483660" r:id="R21a01ba34190491e"/>
    <p:sldLayoutId xmlns:r="http://schemas.openxmlformats.org/officeDocument/2006/relationships" id="2147483661" r:id="R1a30832a11104f79"/>
    <p:sldLayoutId xmlns:r="http://schemas.openxmlformats.org/officeDocument/2006/relationships" id="2147483662" r:id="R3bd666cc21954f52"/>
    <p:sldLayoutId xmlns:r="http://schemas.openxmlformats.org/officeDocument/2006/relationships" id="2147483663" r:id="R12533838d0c14946"/>
    <p:sldLayoutId xmlns:r="http://schemas.openxmlformats.org/officeDocument/2006/relationships" id="2147483664" r:id="R0463821096d64db8"/>
    <p:sldLayoutId xmlns:r="http://schemas.openxmlformats.org/officeDocument/2006/relationships" id="2147483665" r:id="R8e88b171dc2f4795"/>
    <p:sldLayoutId xmlns:r="http://schemas.openxmlformats.org/officeDocument/2006/relationships" id="2147483666" r:id="Re4f09c57a0ec42d0"/>
    <p:sldLayoutId xmlns:r="http://schemas.openxmlformats.org/officeDocument/2006/relationships" id="2147483667" r:id="R533c6c11f6924086"/>
    <p:sldLayoutId xmlns:r="http://schemas.openxmlformats.org/officeDocument/2006/relationships" id="2147483668" r:id="Rb3b7122ff4664474"/>
    <p:sldLayoutId xmlns:r="http://schemas.openxmlformats.org/officeDocument/2006/relationships" id="2147483669" r:id="R8e5f6aba32014473"/>
    <p:sldLayoutId xmlns:r="http://schemas.openxmlformats.org/officeDocument/2006/relationships" id="2147483670" r:id="R4549497b86334ae3"/>
    <p:sldLayoutId xmlns:r="http://schemas.openxmlformats.org/officeDocument/2006/relationships" id="2147483671" r:id="R94b216e5779e4f1d"/>
  </p:sldLayoutIdLst>
  <p:hf hdr="0" ftr="0" dt="0"/>
  <p:txStyles>
    <p:titleStyle>
      <a:lvl1pPr xmlns:a="http://schemas.openxmlformats.org/drawingml/2006/main" algn="l" defTabSz="578755">
        <a:lnSpc>
          <a:spcPct val="90000"/>
        </a:lnSpc>
        <a:spcBef>
          <a:spcPct val="0"/>
        </a:spcBef>
        <a:buNone/>
        <a:defRPr sz="1997" b="1" kern="1200">
          <a:solidFill>
            <a:schemeClr val="bg1">
              <a:lumMod val="95000"/>
            </a:schemeClr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144688" indent="-144688" algn="l" defTabSz="578755">
        <a:lnSpc>
          <a:spcPct val="90000"/>
        </a:lnSpc>
        <a:spcBef>
          <a:spcPts val="631"/>
        </a:spcBef>
        <a:buFont typeface="Arial"/>
        <a:buChar char="•"/>
        <a:defRPr sz="1452" kern="1200">
          <a:solidFill>
            <a:schemeClr val="bg1">
              <a:lumMod val="95000"/>
            </a:schemeClr>
          </a:solidFill>
          <a:latin typeface="+mn-lt"/>
          <a:ea typeface="+mn-lt"/>
          <a:cs typeface="+mn-lt"/>
        </a:defRPr>
      </a:lvl1pPr>
      <a:lvl2pPr xmlns:a="http://schemas.openxmlformats.org/drawingml/2006/main" marL="434067" indent="-144688" algn="l" defTabSz="578755">
        <a:lnSpc>
          <a:spcPct val="90000"/>
        </a:lnSpc>
        <a:spcBef>
          <a:spcPts val="317"/>
        </a:spcBef>
        <a:buFont typeface="Arial"/>
        <a:buChar char="•"/>
        <a:defRPr sz="1271" kern="1200">
          <a:solidFill>
            <a:schemeClr val="bg1">
              <a:lumMod val="95000"/>
            </a:schemeClr>
          </a:solidFill>
          <a:latin typeface="+mn-lt"/>
          <a:ea typeface="+mn-lt"/>
          <a:cs typeface="+mn-lt"/>
        </a:defRPr>
      </a:lvl2pPr>
      <a:lvl3pPr xmlns:a="http://schemas.openxmlformats.org/drawingml/2006/main" marL="723445" indent="-144688" algn="l" defTabSz="578755">
        <a:lnSpc>
          <a:spcPct val="90000"/>
        </a:lnSpc>
        <a:spcBef>
          <a:spcPts val="317"/>
        </a:spcBef>
        <a:buFont typeface="Arial"/>
        <a:buChar char="•"/>
        <a:defRPr sz="997" kern="1200">
          <a:solidFill>
            <a:schemeClr val="bg1">
              <a:lumMod val="95000"/>
            </a:schemeClr>
          </a:solidFill>
          <a:latin typeface="+mn-lt"/>
          <a:ea typeface="+mn-lt"/>
          <a:cs typeface="+mn-lt"/>
        </a:defRPr>
      </a:lvl3pPr>
      <a:lvl4pPr xmlns:a="http://schemas.openxmlformats.org/drawingml/2006/main" marL="1012822" indent="-144688" algn="l" defTabSz="578755">
        <a:lnSpc>
          <a:spcPct val="90000"/>
        </a:lnSpc>
        <a:spcBef>
          <a:spcPts val="317"/>
        </a:spcBef>
        <a:buFont typeface="Arial"/>
        <a:buChar char="•"/>
        <a:defRPr sz="907" kern="1200">
          <a:solidFill>
            <a:schemeClr val="bg1">
              <a:lumMod val="95000"/>
            </a:schemeClr>
          </a:solidFill>
          <a:latin typeface="+mn-lt"/>
          <a:ea typeface="+mn-lt"/>
          <a:cs typeface="+mn-lt"/>
        </a:defRPr>
      </a:lvl4pPr>
      <a:lvl5pPr xmlns:a="http://schemas.openxmlformats.org/drawingml/2006/main" marL="1302200" indent="-144688" algn="l" defTabSz="578755">
        <a:lnSpc>
          <a:spcPct val="90000"/>
        </a:lnSpc>
        <a:spcBef>
          <a:spcPts val="317"/>
        </a:spcBef>
        <a:buFont typeface="Arial"/>
        <a:buChar char="•"/>
        <a:defRPr sz="907" kern="1200">
          <a:solidFill>
            <a:schemeClr val="bg1">
              <a:lumMod val="95000"/>
            </a:schemeClr>
          </a:solidFill>
          <a:latin typeface="+mn-lt"/>
          <a:ea typeface="+mn-lt"/>
          <a:cs typeface="+mn-lt"/>
        </a:defRPr>
      </a:lvl5pPr>
      <a:lvl6pPr xmlns:a="http://schemas.openxmlformats.org/drawingml/2006/main" marL="1591576" indent="-144688" algn="l" defTabSz="578755">
        <a:lnSpc>
          <a:spcPct val="90000"/>
        </a:lnSpc>
        <a:spcBef>
          <a:spcPts val="317"/>
        </a:spcBef>
        <a:buFont typeface="Arial"/>
        <a:buChar char="•"/>
        <a:defRPr sz="1141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1880955" indent="-144688" algn="l" defTabSz="578755">
        <a:lnSpc>
          <a:spcPct val="90000"/>
        </a:lnSpc>
        <a:spcBef>
          <a:spcPts val="317"/>
        </a:spcBef>
        <a:buFont typeface="Arial"/>
        <a:buChar char="•"/>
        <a:defRPr sz="1141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2170334" indent="-144688" algn="l" defTabSz="578755">
        <a:lnSpc>
          <a:spcPct val="90000"/>
        </a:lnSpc>
        <a:spcBef>
          <a:spcPts val="317"/>
        </a:spcBef>
        <a:buFont typeface="Arial"/>
        <a:buChar char="•"/>
        <a:defRPr sz="1141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2459712" indent="-144688" algn="l" defTabSz="578755">
        <a:lnSpc>
          <a:spcPct val="90000"/>
        </a:lnSpc>
        <a:spcBef>
          <a:spcPts val="317"/>
        </a:spcBef>
        <a:buFont typeface="Arial"/>
        <a:buChar char="•"/>
        <a:defRPr sz="1141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578755">
        <a:buNone/>
        <a:defRPr sz="1141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289378" algn="l" defTabSz="578755">
        <a:buNone/>
        <a:defRPr sz="1141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578755" algn="l" defTabSz="578755">
        <a:buNone/>
        <a:defRPr sz="1141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868132" algn="l" defTabSz="578755">
        <a:buNone/>
        <a:defRPr sz="1141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157510" algn="l" defTabSz="578755">
        <a:buNone/>
        <a:defRPr sz="1141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1446887" algn="l" defTabSz="578755">
        <a:buNone/>
        <a:defRPr sz="1141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1736266" algn="l" defTabSz="578755">
        <a:buNone/>
        <a:defRPr sz="1141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2025644" algn="l" defTabSz="578755">
        <a:buNone/>
        <a:defRPr sz="1141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2315021" algn="l" defTabSz="578755">
        <a:buNone/>
        <a:defRPr sz="1141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9" orient="horz" pos="4156">
          <p15:clr>
            <a:srgbClr xmlns:a="http://schemas.openxmlformats.org/drawingml/2006/main" val="F26B43"/>
          </p15:clr>
        </p15:guide>
        <p15:guide id="20" orient="horz" pos="482">
          <p15:clr>
            <a:srgbClr xmlns:a="http://schemas.openxmlformats.org/drawingml/2006/main" val="F26B43"/>
          </p15:clr>
        </p15:guide>
        <p15:guide id="21" pos="218">
          <p15:clr>
            <a:srgbClr xmlns:a="http://schemas.openxmlformats.org/drawingml/2006/main" val="F26B43"/>
          </p15:clr>
        </p15:guide>
        <p15:guide id="22" pos="7469">
          <p15:clr>
            <a:srgbClr xmlns:a="http://schemas.openxmlformats.org/drawingml/2006/main" val="F26B43"/>
          </p15:clr>
        </p15:guide>
        <p15:guide id="23" orient="horz" pos="249">
          <p15:clr>
            <a:srgbClr xmlns:a="http://schemas.openxmlformats.org/drawingml/2006/main" val="F26B43"/>
          </p15:clr>
        </p15:guide>
        <p15:guide id="24" orient="horz" pos="4042">
          <p15:clr>
            <a:srgbClr xmlns:a="http://schemas.openxmlformats.org/drawingml/2006/main" val="F26B43"/>
          </p15:clr>
        </p15:guide>
        <p15:guide id="25" orient="horz" pos="3906">
          <p15:clr>
            <a:srgbClr xmlns:a="http://schemas.openxmlformats.org/drawingml/2006/main" val="F26B43"/>
          </p15:clr>
        </p15:guide>
        <p15:guide id="26" orient="horz" pos="640">
          <p15:clr>
            <a:srgbClr xmlns:a="http://schemas.openxmlformats.org/drawingml/2006/main" val="F26B43"/>
          </p15:clr>
        </p15:guide>
        <p15:guide id="27" pos="3840">
          <p15:clr>
            <a:srgbClr xmlns:a="http://schemas.openxmlformats.org/drawingml/2006/main" val="F26B43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Для Академия инноваторов 16_9">
  <a:themeElements>
    <a:clrScheme name="Пользовательские 2">
      <a:dk1>
        <a:srgbClr val="000000"/>
      </a:dk1>
      <a:lt1>
        <a:srgbClr val="FFFFFF"/>
      </a:lt1>
      <a:dk2>
        <a:srgbClr val="1C1D22"/>
      </a:dk2>
      <a:lt2>
        <a:srgbClr val="E5E7E9"/>
      </a:lt2>
      <a:accent1>
        <a:srgbClr val="FF0053"/>
      </a:accent1>
      <a:accent2>
        <a:srgbClr val="FFD6E3"/>
      </a:accent2>
      <a:accent3>
        <a:srgbClr val="FC3777"/>
      </a:accent3>
      <a:accent4>
        <a:srgbClr val="8A83D1"/>
      </a:accent4>
      <a:accent5>
        <a:srgbClr val="520977"/>
      </a:accent5>
      <a:accent6>
        <a:srgbClr val="2D1451"/>
      </a:accent6>
      <a:hlink>
        <a:srgbClr val="FF0053"/>
      </a:hlink>
      <a:folHlink>
        <a:srgbClr val="5D2B84"/>
      </a:folHlink>
    </a:clrScheme>
    <a:fontScheme name="Лидеры цифровой трансформации">
      <a:majorFont>
        <a:latin typeface="Montserrat"/>
        <a:ea typeface=""/>
        <a:cs typeface=""/>
      </a:majorFont>
      <a:minorFont>
        <a:latin typeface="Montserrat"/>
        <a:ea typeface=""/>
        <a:cs typeface=""/>
      </a:minorFont>
    </a:fontScheme>
    <a:fmtScheme name="Пользовательские 2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59b3cc158b4f7d" /><Relationship Type="http://schemas.openxmlformats.org/officeDocument/2006/relationships/image" Target="/ppt/media/image3.png" Id="R8530dd3df8684678" /><Relationship Type="http://schemas.openxmlformats.org/officeDocument/2006/relationships/notesSlide" Target="/ppt/notesSlides/notesSlide1.xml" Id="R909bbfd247374b9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05fec6bed264c55" /><Relationship Type="http://schemas.openxmlformats.org/officeDocument/2006/relationships/image" Target="/ppt/media/image4.png" Id="R979a87f7db24460e" /><Relationship Type="http://schemas.openxmlformats.org/officeDocument/2006/relationships/notesSlide" Target="/ppt/notesSlides/notesSlide2.xml" Id="Rcf0e42fddc6e442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b438ae23798f4759" /><Relationship Type="http://schemas.openxmlformats.org/officeDocument/2006/relationships/image" Target="/ppt/media/image.png" Id="Re4e3bf977a0c4c50" /><Relationship Type="http://schemas.openxmlformats.org/officeDocument/2006/relationships/image" Target="/ppt/media/image.jpeg" Id="Rafae0e1374124fa7" /><Relationship Type="http://schemas.openxmlformats.org/officeDocument/2006/relationships/notesSlide" Target="/ppt/notesSlides/notesSlide3.xml" Id="Rab541fbdec32448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e3104b5f91024867" /><Relationship Type="http://schemas.openxmlformats.org/officeDocument/2006/relationships/image" Target="/ppt/media/image.png" Id="R75ca43e4366a4e86" /><Relationship Type="http://schemas.openxmlformats.org/officeDocument/2006/relationships/image" Target="/ppt/media/image2.jpeg" Id="R7441d65761584bc8" /><Relationship Type="http://schemas.openxmlformats.org/officeDocument/2006/relationships/notesSlide" Target="/ppt/notesSlides/notesSlide4.xml" Id="Rff4c59c7f06d408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e5e59067866b499c" /><Relationship Type="http://schemas.openxmlformats.org/officeDocument/2006/relationships/image" Target="/ppt/media/image5.png" Id="Rb4c0bd5bd37d4d98" /><Relationship Type="http://schemas.openxmlformats.org/officeDocument/2006/relationships/notesSlide" Target="/ppt/notesSlides/notesSlide5.xml" Id="Re6080c0983b2493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238919c966a2478a" /><Relationship Type="http://schemas.openxmlformats.org/officeDocument/2006/relationships/image" Target="/ppt/media/image.png" Id="R783253cc085b441c" /><Relationship Type="http://schemas.openxmlformats.org/officeDocument/2006/relationships/image" Target="/ppt/media/image3.jpeg" Id="Rf6377e36f0f640a6" /><Relationship Type="http://schemas.openxmlformats.org/officeDocument/2006/relationships/notesSlide" Target="/ppt/notesSlides/notesSlide6.xml" Id="R4a1ba7ca3bc2414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d023a0dd2d574cdd" /><Relationship Type="http://schemas.openxmlformats.org/officeDocument/2006/relationships/image" Target="/ppt/media/image.png" Id="R670c6f5d4ce940da" /><Relationship Type="http://schemas.openxmlformats.org/officeDocument/2006/relationships/image" Target="/ppt/media/image4.jpeg" Id="R1f46492c6cf94e07" /><Relationship Type="http://schemas.openxmlformats.org/officeDocument/2006/relationships/notesSlide" Target="/ppt/notesSlides/notesSlide7.xml" Id="Rb0823ee06c42452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242404a9c78046e4" /><Relationship Type="http://schemas.openxmlformats.org/officeDocument/2006/relationships/image" Target="/ppt/media/image.png" Id="Ra74bdf9dfc2f4fb0" /><Relationship Type="http://schemas.openxmlformats.org/officeDocument/2006/relationships/notesSlide" Target="/ppt/notesSlides/notesSlide8.xml" Id="Rcdad207cb3d54fd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abc106a0de8841cc" /><Relationship Type="http://schemas.openxmlformats.org/officeDocument/2006/relationships/image" Target="/ppt/media/image.png" Id="Re8ca00a5f6d14ba6" /><Relationship Type="http://schemas.openxmlformats.org/officeDocument/2006/relationships/notesSlide" Target="/ppt/notesSlides/notesSlide9.xml" Id="R3ef575e0ce7c473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287b0729d8714094" /><Relationship Type="http://schemas.openxmlformats.org/officeDocument/2006/relationships/image" Target="/ppt/media/image5.png" Id="R746d1e500d2f449f" /><Relationship Type="http://schemas.openxmlformats.org/officeDocument/2006/relationships/notesSlide" Target="/ppt/notesSlides/notesSlide10.xml" Id="Ra759c965562d4f3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53a0c48d0ac9408a" /><Relationship Type="http://schemas.openxmlformats.org/officeDocument/2006/relationships/image" Target="/ppt/media/image.png" Id="R126f4ee2ad3b4da2" /><Relationship Type="http://schemas.openxmlformats.org/officeDocument/2006/relationships/notesSlide" Target="/ppt/notesSlides/notesSlide11.xml" Id="Rf27dfd53361047f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39a80ec1d2f64dbe" /><Relationship Type="http://schemas.openxmlformats.org/officeDocument/2006/relationships/image" Target="/ppt/media/image2.png" Id="R357f5917e00b4777" /><Relationship Type="http://schemas.openxmlformats.org/officeDocument/2006/relationships/notesSlide" Target="/ppt/notesSlides/notesSlide12.xml" Id="R4cdfeb6476834880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Заголовок 2">
            <a:extLst xmlns:a="http://schemas.openxmlformats.org/drawingml/2006/main">
              <a:ext uri="{FF2B5EF4-FFF2-40B4-BE49-F238E27FC236}">
                <a16:creationId xmlns:a16="http://schemas.microsoft.com/office/drawing/2014/main" id="{2FA84A33-0C72-0932-80BA-8E3874357B74}"/>
              </a:ext>
            </a:extLst>
          </p:cNvPr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476250" y="2828925"/>
            <a:ext cx="6048375" cy="838200"/>
          </a:xfr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540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  <a:defRPr sz="540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540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Signal</a:t>
            </a:r>
          </a:p>
        </p:txBody>
      </p:sp>
      <p:sp>
        <p:nvSpPr>
          <p:cNvPr id="5" name="Текст 4">
            <a:extLst xmlns:a="http://schemas.openxmlformats.org/drawingml/2006/main">
              <a:ext uri="{FF2B5EF4-FFF2-40B4-BE49-F238E27FC236}">
                <a16:creationId xmlns:a16="http://schemas.microsoft.com/office/drawing/2014/main" id="{37079B28-9FB8-672E-DD52-FA978EC4A21B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0" y="5659501"/>
            <a:ext cx="8930641" cy="757174"/>
          </a:xfrm>
        </p:spPr>
        <p:txBody>
          <a:bodyPr xmlns:a="http://schemas.openxmlformats.org/drawingml/2006/main" anchor="ctr">
            <a:normAutofit lnSpcReduction="10000"/>
          </a:bodyPr>
          <a:lstStyle xmlns:a="http://schemas.openxmlformats.org/drawingml/2006/main"/>
          <a:p xmlns:a="http://schemas.openxmlformats.org/drawingml/2006/main">
            <a:pPr marL="271463" indent="-3175">
              <a:buNone/>
            </a:pPr>
            <a:r>
              <a:t>Цифровая платформа-агрегатор ИТ-вакансий </a:t>
            </a:r>
            <a:br/>
            <a:r>
              <a:t>с верифицированным профилем достижений </a:t>
            </a:r>
            <a:br/>
            <a:r>
              <a:t>участника Федерации спортивного программирования (ФСП)</a:t>
            </a:r>
          </a:p>
        </p:txBody>
      </p:sp>
      <p:sp>
        <p:nvSpPr>
          <p:cNvPr id="2" name="Скругленный прямоугольник 1">
            <a:extLst xmlns:a="http://schemas.openxmlformats.org/drawingml/2006/main">
              <a:ext uri="{FF2B5EF4-FFF2-40B4-BE49-F238E27FC236}">
                <a16:creationId xmlns:a16="http://schemas.microsoft.com/office/drawing/2014/main" id="{42AA0FBE-CF0A-64AF-80E8-EF1996F56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96709" y="-313993"/>
            <a:ext cx="6125156" cy="2285622"/>
          </a:xfrm>
          <a:prstGeom xmlns:a="http://schemas.openxmlformats.org/drawingml/2006/main" prst="roundRect">
            <a:avLst>
              <a:gd name="adj" fmla="val 9821"/>
            </a:avLst>
          </a:prstGeom>
          <a:noFill xmlns:a="http://schemas.openxmlformats.org/drawingml/2006/main"/>
          <a:ln xmlns:a="http://schemas.openxmlformats.org/drawingml/2006/main" w="952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accent2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pic>
        <p:nvPicPr>
          <p:cNvPr id="10" name="Рисунок 9">
            <a:extLst xmlns:a="http://schemas.openxmlformats.org/drawingml/2006/main">
              <a:ext uri="{FF2B5EF4-FFF2-40B4-BE49-F238E27FC236}">
                <a16:creationId xmlns:a16="http://schemas.microsoft.com/office/drawing/2014/main" id="{D775C5BF-D5F7-4B5F-98E6-1BCD0D3B260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30dd3df868467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46075" y="631174"/>
            <a:ext cx="4905194" cy="620035"/>
          </a:xfrm>
          <a:prstGeom xmlns:a="http://schemas.openxmlformats.org/drawingml/2006/main" prst="rect">
            <a:avLst/>
          </a:prstGeom>
        </p:spPr>
      </p:pic>
      <p:sp>
        <p:nvSpPr>
          <p:cNvPr id="11" name="cover-value">
            <a:extLst xmlns:a="http://schemas.openxmlformats.org/drawingml/2006/main">
              <a:ext uri="{FF2B5EF4-FFF2-40B4-BE49-F238E27FC236}">
                <a16:creationId xmlns:a16="http://schemas.microsoft.com/office/drawing/2014/main" id="{63256D7B-9DD0-4518-BD23-384014DB6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848100"/>
            <a:ext cx="6572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40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  <a:defRPr sz="240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240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Кандидат показывает навыки.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  <a:defRPr sz="240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240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Компания находит специалиста.</a:t>
            </a:r>
          </a:p>
        </p:txBody>
      </p:sp>
      <p:sp>
        <p:nvSpPr>
          <p:cNvPr id="12" name="cover-team">
            <a:extLst xmlns:a="http://schemas.openxmlformats.org/drawingml/2006/main">
              <a:ext uri="{FF2B5EF4-FFF2-40B4-BE49-F238E27FC236}">
                <a16:creationId xmlns:a16="http://schemas.microsoft.com/office/drawing/2014/main" id="{26463B6F-FE21-44AC-8C4A-E341AAE60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181600"/>
            <a:ext cx="609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650" b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Команда Best Match</a:t>
            </a:r>
          </a:p>
        </p:txBody>
      </p:sp>
    </p:spTree>
    <p:extLst>
      <p:ext uri="{BB962C8B-B14F-4D97-AF65-F5344CB8AC3E}">
        <p14:creationId xmlns:p14="http://schemas.microsoft.com/office/powerpoint/2010/main" val="1980666044"/>
      </p:ext>
    </p:extLst>
  </p:cSld>
</p:sld>
</file>

<file path=ppt/slides/slide2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979a87f7db24460e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Прямоугольник 2">
            <a:extLst xmlns:a="http://schemas.openxmlformats.org/drawingml/2006/main">
              <a:ext uri="{FF2B5EF4-FFF2-40B4-BE49-F238E27FC236}">
                <a16:creationId xmlns:a16="http://schemas.microsoft.com/office/drawing/2014/main" id="{13BA75DB-8EAE-769C-2B17-FF7CD6EEF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971800"/>
            <a:ext cx="6456363" cy="388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CEE4">
              <a:alpha val="49804"/>
            </a:srgbClr>
          </a:solidFill>
          <a:ln xmlns:a="http://schemas.openxmlformats.org/drawingml/2006/main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32D7670A-4313-AE7C-DDA9-134ADC224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4" y="2303118"/>
            <a:ext cx="4945564" cy="668667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buNone/>
            </a:pPr>
            <a:r>
              <a:rPr sz="1600" b="1">
                <a:solidFill>
                  <a:schemeClr val="accent5"/>
                </a:solidFill>
              </a:rPr>
              <a:t>Краткое описание решения:</a:t>
            </a:r>
          </a:p>
        </p:txBody>
      </p:sp>
      <p:sp>
        <p:nvSpPr>
          <p:cNvPr id="8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D8A04531-793D-BF7A-34F3-615C18C06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4943475"/>
            <a:ext cx="4838700" cy="11811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0" tIns="0" rIns="0" bIns="0" anchor="t">
            <a:normAutofit fontScale="100000"/>
          </a:bodyPr>
          <a:lstStyle xmlns:a="http://schemas.openxmlformats.org/drawingml/2006/main">
            <a:defPPr algn="l">
              <a:defRPr sz="2025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defPPr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  <a:defRPr sz="2025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2025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Подбор учитывает целое резюме.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  <a:defRPr sz="2025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2025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У каждого навыка есть источник.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  <a:defRPr sz="2025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2025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Контакты открываются по согласию.</a:t>
            </a:r>
          </a:p>
        </p:txBody>
      </p:sp>
      <p:sp>
        <p:nvSpPr>
          <p:cNvPr id="14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A66B04C6-E9BA-5BA2-7A5C-84468D491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3990975"/>
            <a:ext cx="5410200" cy="2133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0" tIns="0" rIns="0" bIns="0" anchor="t">
            <a:normAutofit fontScale="100000"/>
          </a:bodyPr>
          <a:lstStyle xmlns:a="http://schemas.openxmlformats.org/drawingml/2006/main">
            <a:defPPr algn="l">
              <a:defRPr sz="2025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defPPr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  <a:defRPr sz="2025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2025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Best Match, 2 участника</a:t>
            </a:r>
          </a:p>
          <a:p xmlns:a="http://schemas.openxmlformats.org/drawingml/2006/main"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  <a:defRPr sz="2025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2025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Сергей Калеев, капитан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  <a:defRPr sz="2025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2025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Разработка продукта</a:t>
            </a:r>
          </a:p>
          <a:p xmlns:a="http://schemas.openxmlformats.org/drawingml/2006/main"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  <a:defRPr sz="2025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2025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Казань, Республика Татарстан</a:t>
            </a:r>
          </a:p>
        </p:txBody>
      </p:sp>
      <p:sp>
        <p:nvSpPr>
          <p:cNvPr id="15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835E7A1E-FFEA-1C2F-65E6-56769FEFB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3484785"/>
            <a:ext cx="2990173" cy="35393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buNone/>
            </a:pPr>
            <a:r>
              <a:rPr sz="1600" b="1">
                <a:solidFill>
                  <a:schemeClr val="accent5"/>
                </a:solidFill>
              </a:rPr>
              <a:t>О команде</a:t>
            </a:r>
          </a:p>
        </p:txBody>
      </p:sp>
      <p:sp>
        <p:nvSpPr>
          <p:cNvPr id="18" name="Заголовок 6">
            <a:extLst xmlns:a="http://schemas.openxmlformats.org/drawingml/2006/main">
              <a:ext uri="{FF2B5EF4-FFF2-40B4-BE49-F238E27FC236}">
                <a16:creationId xmlns:a16="http://schemas.microsoft.com/office/drawing/2014/main" id="{7CB04CCE-DD7B-2901-A280-8E4E07945137}"/>
              </a:ext>
            </a:extLst>
          </p:cNvPr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6819903" y="1039236"/>
            <a:ext cx="3636703" cy="1015128"/>
          </a:xfr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325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  <a:defRPr sz="2325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2325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О РЕШЕНИИ</a:t>
            </a:r>
          </a:p>
        </p:txBody>
      </p:sp>
      <p:sp>
        <p:nvSpPr>
          <p:cNvPr id="7" name="Прямая соединительная линия 6">
            <a:extLst xmlns:a="http://schemas.openxmlformats.org/drawingml/2006/main">
              <a:ext uri="{FF2B5EF4-FFF2-40B4-BE49-F238E27FC236}">
                <a16:creationId xmlns:a16="http://schemas.microsoft.com/office/drawing/2014/main" id="{C0229E73-AE3A-4E67-A478-DAD79D111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0774" y="2240031"/>
            <a:ext cx="4884824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accent5"/>
            </a:solidFill>
          </a:ln>
        </p:spPr>
        <p:style>
          <a:lnRef xmlns:a="http://schemas.openxmlformats.org/drawingml/2006/main" idx="1">
            <a:schemeClr val="accent2"/>
          </a:lnRef>
          <a:fillRef xmlns:a="http://schemas.openxmlformats.org/drawingml/2006/main" idx="0">
            <a:schemeClr val="accent2"/>
          </a:fillRef>
          <a:effectRef xmlns:a="http://schemas.openxmlformats.org/drawingml/2006/main" idx="0">
            <a:schemeClr val="accent2"/>
          </a:effectRef>
          <a:fontRef xmlns:a="http://schemas.openxmlformats.org/drawingml/2006/main" idx="minor">
            <a:schemeClr val="tx1"/>
          </a:fontRef>
        </p:style>
      </p:sp>
      <p:sp>
        <p:nvSpPr>
          <p:cNvPr id="16" name="Прямая соединительная линия 15">
            <a:extLst xmlns:a="http://schemas.openxmlformats.org/drawingml/2006/main">
              <a:ext uri="{FF2B5EF4-FFF2-40B4-BE49-F238E27FC236}">
                <a16:creationId xmlns:a16="http://schemas.microsoft.com/office/drawing/2014/main" id="{62677728-75BE-4050-A7CF-8C172A700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7347" y="4437879"/>
            <a:ext cx="4884824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accent5"/>
            </a:solidFill>
          </a:ln>
        </p:spPr>
        <p:style>
          <a:lnRef xmlns:a="http://schemas.openxmlformats.org/drawingml/2006/main" idx="1">
            <a:schemeClr val="accent2"/>
          </a:lnRef>
          <a:fillRef xmlns:a="http://schemas.openxmlformats.org/drawingml/2006/main" idx="0">
            <a:schemeClr val="accent2"/>
          </a:fillRef>
          <a:effectRef xmlns:a="http://schemas.openxmlformats.org/drawingml/2006/main" idx="0">
            <a:schemeClr val="accent2"/>
          </a:effectRef>
          <a:fontRef xmlns:a="http://schemas.openxmlformats.org/drawingml/2006/main" idx="minor">
            <a:schemeClr val="tx1"/>
          </a:fontRef>
        </p:style>
      </p:sp>
      <p:sp>
        <p:nvSpPr>
          <p:cNvPr id="17" name="Прямая соединительная линия 16">
            <a:extLst xmlns:a="http://schemas.openxmlformats.org/drawingml/2006/main">
              <a:ext uri="{FF2B5EF4-FFF2-40B4-BE49-F238E27FC236}">
                <a16:creationId xmlns:a16="http://schemas.microsoft.com/office/drawing/2014/main" id="{39521C8C-C8BE-4712-BFE9-9D18E35F7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833" y="3448639"/>
            <a:ext cx="5700167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accent5"/>
            </a:solidFill>
          </a:ln>
        </p:spPr>
        <p:style>
          <a:lnRef xmlns:a="http://schemas.openxmlformats.org/drawingml/2006/main" idx="1">
            <a:schemeClr val="accent2"/>
          </a:lnRef>
          <a:fillRef xmlns:a="http://schemas.openxmlformats.org/drawingml/2006/main" idx="0">
            <a:schemeClr val="accent2"/>
          </a:fillRef>
          <a:effectRef xmlns:a="http://schemas.openxmlformats.org/drawingml/2006/main" idx="0">
            <a:schemeClr val="accent2"/>
          </a:effectRef>
          <a:fontRef xmlns:a="http://schemas.openxmlformats.org/drawingml/2006/main" idx="minor">
            <a:schemeClr val="tx1"/>
          </a:fontRef>
        </p:style>
      </p:sp>
      <p:sp>
        <p:nvSpPr>
          <p:cNvPr id="4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D556F1CE-69ED-AE0F-D388-9032B66CC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4" y="4541737"/>
            <a:ext cx="4945564" cy="668667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buNone/>
            </a:pPr>
            <a:r>
              <a:rPr sz="1600" b="1">
                <a:solidFill>
                  <a:schemeClr val="accent5"/>
                </a:solidFill>
              </a:rPr>
              <a:t>Уникальность решения:</a:t>
            </a:r>
          </a:p>
        </p:txBody>
      </p:sp>
      <p:sp>
        <p:nvSpPr>
          <p:cNvPr id="5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6811D897-A2AE-AA09-747E-1B90C43B5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686050"/>
            <a:ext cx="4838700" cy="13620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0" tIns="0" rIns="0" bIns="0" anchor="t">
            <a:normAutofit fontScale="100000"/>
          </a:bodyPr>
          <a:lstStyle xmlns:a="http://schemas.openxmlformats.org/drawingml/2006/main">
            <a:defPPr algn="l">
              <a:defRPr sz="2025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defPPr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  <a:defRPr sz="2025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2025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Компания задаёт условия.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  <a:defRPr sz="2025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2025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Signal объясняет, какие резюме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  <a:defRPr sz="2025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2025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им соответствуют.</a:t>
            </a:r>
          </a:p>
        </p:txBody>
      </p:sp>
      <p:sp>
        <p:nvSpPr>
          <p:cNvPr id="10" name="Номер слайда 35">
            <a:extLst xmlns:a="http://schemas.openxmlformats.org/drawingml/2006/main">
              <a:ext uri="{FF2B5EF4-FFF2-40B4-BE49-F238E27FC236}">
                <a16:creationId xmlns:a16="http://schemas.microsoft.com/office/drawing/2014/main" id="{75D9ACE7-3A6B-03B3-9BA4-502350CBA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algn="l" defTabSz="91422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110" algn="l" defTabSz="91422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220" algn="l" defTabSz="91422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329" algn="l" defTabSz="91422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439" algn="l" defTabSz="91422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5549" algn="l" defTabSz="91422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2658" algn="l" defTabSz="91422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199765" algn="l" defTabSz="91422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6877" algn="l" defTabSz="91422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ctr">
              <a:buNone/>
            </a:pPr>
            <a:fld id="{52DCC5B9-D646-4B76-891F-6FF4E74E9CB4}" type="slidenum">
              <a:rPr sz="1200">
                <a:solidFill>
                  <a:schemeClr val="accent5"/>
                </a:solidFill>
              </a:rPr>
              <a:t>8</a:t>
            </a:fld>
            <a:endParaRPr sz="1200">
              <a:solidFill>
                <a:schemeClr val="accent5"/>
              </a:solidFill>
            </a:endParaRPr>
          </a:p>
        </p:txBody>
      </p:sp>
      <p:sp>
        <p:nvSpPr>
          <p:cNvPr id="19" name="about-brand">
            <a:extLst xmlns:a="http://schemas.openxmlformats.org/drawingml/2006/main">
              <a:ext uri="{FF2B5EF4-FFF2-40B4-BE49-F238E27FC236}">
                <a16:creationId xmlns:a16="http://schemas.microsoft.com/office/drawing/2014/main" id="{F3BCDC02-72E3-461F-905D-E6DCAB809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447800"/>
            <a:ext cx="5429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5400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  <a:defRPr sz="5400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5400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Signal</a:t>
            </a:r>
          </a:p>
        </p:txBody>
      </p:sp>
      <p:sp>
        <p:nvSpPr>
          <p:cNvPr id="20" name="about-line">
            <a:extLst xmlns:a="http://schemas.openxmlformats.org/drawingml/2006/main">
              <a:ext uri="{FF2B5EF4-FFF2-40B4-BE49-F238E27FC236}">
                <a16:creationId xmlns:a16="http://schemas.microsoft.com/office/drawing/2014/main" id="{EAB2C491-CAB7-4F92-8974-871F447AC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400300"/>
            <a:ext cx="5191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025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  <a:defRPr sz="2025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2025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Навыки с подтверждением.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  <a:defRPr sz="2025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2025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Предложения с зарплатой.</a:t>
            </a:r>
          </a:p>
        </p:txBody>
      </p:sp>
    </p:spTree>
    <p:extLst>
      <p:ext uri="{BB962C8B-B14F-4D97-AF65-F5344CB8AC3E}">
        <p14:creationId xmlns:p14="http://schemas.microsoft.com/office/powerpoint/2010/main" val="3539778944"/>
      </p:ext>
    </p:extLst>
  </p:cSld>
</p:sld>
</file>

<file path=ppt/slides/slide3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e4e3bf977a0c4c50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Скругленный прямоугольник 3">
            <a:extLst xmlns:a="http://schemas.openxmlformats.org/drawingml/2006/main">
              <a:ext uri="{FF2B5EF4-FFF2-40B4-BE49-F238E27FC236}">
                <a16:creationId xmlns:a16="http://schemas.microsoft.com/office/drawing/2014/main" id="{6080F467-69D9-0742-2978-0590E2BF4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170" y="1304256"/>
            <a:ext cx="11541659" cy="5052102"/>
          </a:xfrm>
          <a:prstGeom xmlns:a="http://schemas.openxmlformats.org/drawingml/2006/main" prst="roundRect">
            <a:avLst>
              <a:gd name="adj" fmla="val 6926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 cap="flat" cmpd="sng">
            <a:noFill/>
            <a:prstDash val="solid"/>
            <a:round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accent2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3" name="Объект 2">
            <a:extLst xmlns:a="http://schemas.openxmlformats.org/drawingml/2006/main">
              <a:ext uri="{FF2B5EF4-FFF2-40B4-BE49-F238E27FC236}">
                <a16:creationId xmlns:a16="http://schemas.microsoft.com/office/drawing/2014/main" id="{227ECECA-D19C-BF71-E687-EC21A327371C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23888" y="1556279"/>
            <a:ext cx="10789619" cy="374544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21" name="Номер слайда 20">
            <a:extLst xmlns:a="http://schemas.openxmlformats.org/drawingml/2006/main">
              <a:ext uri="{FF2B5EF4-FFF2-40B4-BE49-F238E27FC236}">
                <a16:creationId xmlns:a16="http://schemas.microsoft.com/office/drawing/2014/main" id="{D48EA9B5-E41A-C397-3CFE-F967E98FC76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00" b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200" b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3</a:t>
            </a:r>
          </a:p>
        </p:txBody>
      </p:sp>
      <p:sp>
        <p:nvSpPr>
          <p:cNvPr id="2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D1F975DC-7FFC-8C16-7A6D-78D26FCBD5BD}"/>
              </a:ext>
            </a:extLst>
          </p:cNvPr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533104" y="414049"/>
            <a:ext cx="5994696" cy="55206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3600">
              <a:solidFill>
                <a:schemeClr val="bg1"/>
              </a:solidFill>
            </a:endParaRPr>
          </a:p>
        </p:txBody>
      </p:sp>
      <p:sp>
        <p:nvSpPr>
          <p:cNvPr id="22" name="heading-2">
            <a:extLst xmlns:a="http://schemas.openxmlformats.org/drawingml/2006/main">
              <a:ext uri="{FF2B5EF4-FFF2-40B4-BE49-F238E27FC236}">
                <a16:creationId xmlns:a16="http://schemas.microsoft.com/office/drawing/2014/main" id="{AFE84F4A-2C47-4A1E-8F62-DD542CC98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7675"/>
            <a:ext cx="638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32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  <a:defRPr sz="232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2325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РЕЗЮМЕ И ПАСПОРТ НАВЫКОВ</a:t>
            </a:r>
          </a:p>
        </p:txBody>
      </p:sp>
      <p:sp>
        <p:nvSpPr>
          <p:cNvPr id="23" name="candidate-resume">
            <a:extLst xmlns:a="http://schemas.openxmlformats.org/drawingml/2006/main">
              <a:ext uri="{FF2B5EF4-FFF2-40B4-BE49-F238E27FC236}">
                <a16:creationId xmlns:a16="http://schemas.microsoft.com/office/drawing/2014/main" id="{88EA1C76-C6EF-4AAD-8D04-501ACE416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85925"/>
            <a:ext cx="5191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400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  <a:defRPr sz="2400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2400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Резюме под свою цель</a:t>
            </a:r>
          </a:p>
        </p:txBody>
      </p:sp>
      <p:sp>
        <p:nvSpPr>
          <p:cNvPr id="24" name="candidate-resume-copy">
            <a:extLst xmlns:a="http://schemas.openxmlformats.org/drawingml/2006/main">
              <a:ext uri="{FF2B5EF4-FFF2-40B4-BE49-F238E27FC236}">
                <a16:creationId xmlns:a16="http://schemas.microsoft.com/office/drawing/2014/main" id="{9A171129-9B17-431B-9EE8-F411396ED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00300"/>
            <a:ext cx="52197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10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21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До пяти версий с опытом,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21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навыками и условиями поиска.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21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Любую можно выгрузить в PDF.</a:t>
            </a:r>
          </a:p>
        </p:txBody>
      </p:sp>
      <p:sp>
        <p:nvSpPr>
          <p:cNvPr id="25" name="candidate-passport">
            <a:extLst xmlns:a="http://schemas.openxmlformats.org/drawingml/2006/main">
              <a:ext uri="{FF2B5EF4-FFF2-40B4-BE49-F238E27FC236}">
                <a16:creationId xmlns:a16="http://schemas.microsoft.com/office/drawing/2014/main" id="{700B7665-4260-4BA2-8973-4B1651DEE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43350"/>
            <a:ext cx="52197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400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  <a:defRPr sz="2400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2400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Паспорт подтверждений</a:t>
            </a:r>
          </a:p>
        </p:txBody>
      </p:sp>
      <p:sp>
        <p:nvSpPr>
          <p:cNvPr id="26" name="candidate-passport-copy">
            <a:extLst xmlns:a="http://schemas.openxmlformats.org/drawingml/2006/main">
              <a:ext uri="{FF2B5EF4-FFF2-40B4-BE49-F238E27FC236}">
                <a16:creationId xmlns:a16="http://schemas.microsoft.com/office/drawing/2014/main" id="{BD9E5DF9-A55F-4406-9373-0A5B9D42A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57725"/>
            <a:ext cx="52197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10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21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Навык, уровень и результат.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21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Заявленный опыт виден отдельно.</a:t>
            </a:r>
          </a:p>
        </p:txBody>
      </p:sp>
      <p:pic>
        <p:nvPic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8EBEBBB-79ED-4F2B-92BD-67C966AE863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ae0e1374124fa7"/>
          <a:srcRect xmlns:a="http://schemas.openxmlformats.org/drawingml/2006/main" l="20500" t="23333" r="20313" b="16111"/>
          <a:stretch xmlns:a="http://schemas.openxmlformats.org/drawingml/2006/main"/>
        </p:blipFill>
        <p:spPr>
          <a:xfrm xmlns:a="http://schemas.openxmlformats.org/drawingml/2006/main">
            <a:off x="6134100" y="2022006"/>
            <a:ext cx="5353050" cy="3080689"/>
          </a:xfrm>
          <a:prstGeom xmlns:a="http://schemas.openxmlformats.org/drawingml/2006/main" prst="rect">
            <a:avLst/>
          </a:prstGeom>
        </p:spPr>
      </p:pic>
      <p:sp>
        <p:nvSpPr>
          <p:cNvPr id="28" name="caption-cv">
            <a:extLst xmlns:a="http://schemas.openxmlformats.org/drawingml/2006/main">
              <a:ext uri="{FF2B5EF4-FFF2-40B4-BE49-F238E27FC236}">
                <a16:creationId xmlns:a16="http://schemas.microsoft.com/office/drawing/2014/main" id="{B4678D8C-7153-412A-AE43-2C79A0566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5562600"/>
            <a:ext cx="5353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00" b="0">
                <a:solidFill>
                  <a:srgbClr val="4B3557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4B3557"/>
                </a:solidFill>
                <a:latin typeface="Montserrat"/>
                <a:ea typeface="Montserrat"/>
                <a:cs typeface="Montserrat"/>
              </a:defRPr>
            </a:pPr>
            <a:r>
              <a:rPr sz="1500" b="0">
                <a:solidFill>
                  <a:srgbClr val="4B3557"/>
                </a:solidFill>
                <a:latin typeface="Montserrat"/>
                <a:ea typeface="Montserrat"/>
                <a:cs typeface="Montserrat"/>
              </a:rPr>
              <a:t>Фрагмент резюме в PDF</a:t>
            </a:r>
          </a:p>
        </p:txBody>
      </p:sp>
      <p:sp>
        <p:nvSpPr>
          <p:cNvPr id="29" name="candidate-fsp">
            <a:extLst xmlns:a="http://schemas.openxmlformats.org/drawingml/2006/main">
              <a:ext uri="{FF2B5EF4-FFF2-40B4-BE49-F238E27FC236}">
                <a16:creationId xmlns:a16="http://schemas.microsoft.com/office/drawing/2014/main" id="{F78622E0-0E4D-452E-89C0-64AA32515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24550"/>
            <a:ext cx="108108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000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2000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ФСП ID можно указать. Подключение реестра ещё впереди.</a:t>
            </a:r>
          </a:p>
        </p:txBody>
      </p:sp>
    </p:spTree>
    <p:extLst>
      <p:ext uri="{BB962C8B-B14F-4D97-AF65-F5344CB8AC3E}">
        <p14:creationId xmlns:p14="http://schemas.microsoft.com/office/powerpoint/2010/main" val="2320403279"/>
      </p:ext>
    </p:extLst>
  </p:cSld>
</p:sld>
</file>

<file path=ppt/slides/slide4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75ca43e4366a4e86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Скругленный прямоугольник 3">
            <a:extLst xmlns:a="http://schemas.openxmlformats.org/drawingml/2006/main">
              <a:ext uri="{FF2B5EF4-FFF2-40B4-BE49-F238E27FC236}">
                <a16:creationId xmlns:a16="http://schemas.microsoft.com/office/drawing/2014/main" id="{6080F467-69D9-0742-2978-0590E2BF4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170" y="1304256"/>
            <a:ext cx="11541659" cy="5052102"/>
          </a:xfrm>
          <a:prstGeom xmlns:a="http://schemas.openxmlformats.org/drawingml/2006/main" prst="roundRect">
            <a:avLst>
              <a:gd name="adj" fmla="val 6926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 cap="flat" cmpd="sng">
            <a:noFill/>
            <a:prstDash val="solid"/>
            <a:round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accent2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3" name="Объект 2">
            <a:extLst xmlns:a="http://schemas.openxmlformats.org/drawingml/2006/main">
              <a:ext uri="{FF2B5EF4-FFF2-40B4-BE49-F238E27FC236}">
                <a16:creationId xmlns:a16="http://schemas.microsoft.com/office/drawing/2014/main" id="{227ECECA-D19C-BF71-E687-EC21A327371C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23888" y="1556279"/>
            <a:ext cx="10789619" cy="374544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21" name="Номер слайда 20">
            <a:extLst xmlns:a="http://schemas.openxmlformats.org/drawingml/2006/main">
              <a:ext uri="{FF2B5EF4-FFF2-40B4-BE49-F238E27FC236}">
                <a16:creationId xmlns:a16="http://schemas.microsoft.com/office/drawing/2014/main" id="{D48EA9B5-E41A-C397-3CFE-F967E98FC76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00" b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200" b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4</a:t>
            </a:r>
          </a:p>
        </p:txBody>
      </p:sp>
      <p:sp>
        <p:nvSpPr>
          <p:cNvPr id="2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D1F975DC-7FFC-8C16-7A6D-78D26FCBD5BD}"/>
              </a:ext>
            </a:extLst>
          </p:cNvPr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533104" y="414049"/>
            <a:ext cx="5994696" cy="55206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3600">
              <a:solidFill>
                <a:schemeClr val="bg1"/>
              </a:solidFill>
            </a:endParaRPr>
          </a:p>
        </p:txBody>
      </p:sp>
      <p:sp>
        <p:nvSpPr>
          <p:cNvPr id="22" name="heading-3">
            <a:extLst xmlns:a="http://schemas.openxmlformats.org/drawingml/2006/main">
              <a:ext uri="{FF2B5EF4-FFF2-40B4-BE49-F238E27FC236}">
                <a16:creationId xmlns:a16="http://schemas.microsoft.com/office/drawing/2014/main" id="{12E3425B-D8D9-4632-AF44-A865F5AAC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7675"/>
            <a:ext cx="638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32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  <a:defRPr sz="232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2325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ПРОВЕРКА НАВЫКА И ОБЩИЙ ГРЕЙД</a:t>
            </a:r>
          </a:p>
        </p:txBody>
      </p:sp>
      <p:sp>
        <p:nvSpPr>
          <p:cNvPr id="23" name="exam-title">
            <a:extLst xmlns:a="http://schemas.openxmlformats.org/drawingml/2006/main">
              <a:ext uri="{FF2B5EF4-FFF2-40B4-BE49-F238E27FC236}">
                <a16:creationId xmlns:a16="http://schemas.microsoft.com/office/drawing/2014/main" id="{AA633EA2-586F-451D-BA20-02696D5A4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57350"/>
            <a:ext cx="5286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700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  <a:defRPr sz="2700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2700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Python Middle</a:t>
            </a:r>
          </a:p>
        </p:txBody>
      </p:sp>
      <p:sp>
        <p:nvSpPr>
          <p:cNvPr id="24" name="exam-facts">
            <a:extLst xmlns:a="http://schemas.openxmlformats.org/drawingml/2006/main">
              <a:ext uri="{FF2B5EF4-FFF2-40B4-BE49-F238E27FC236}">
                <a16:creationId xmlns:a16="http://schemas.microsoft.com/office/drawing/2014/main" id="{150BBEB7-69B2-4175-821E-BC3B12269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57450"/>
            <a:ext cx="5286375" cy="1209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10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21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6 задач, 30 минут.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21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В каждой задаче две части.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21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Обе должны быть верными.</a:t>
            </a:r>
          </a:p>
        </p:txBody>
      </p:sp>
      <p:sp>
        <p:nvSpPr>
          <p:cNvPr id="25" name="exam-pass">
            <a:extLst xmlns:a="http://schemas.openxmlformats.org/drawingml/2006/main">
              <a:ext uri="{FF2B5EF4-FFF2-40B4-BE49-F238E27FC236}">
                <a16:creationId xmlns:a16="http://schemas.microsoft.com/office/drawing/2014/main" id="{1D4752BA-8805-4DBA-A2A0-C0BD9EA80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57625"/>
            <a:ext cx="52863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100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  <a:defRPr sz="2100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2100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Нужны 5 из 6 задач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  <a:defRPr sz="2100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2100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и обязательные критерии.</a:t>
            </a:r>
          </a:p>
        </p:txBody>
      </p:sp>
      <p:pic>
        <p:nvPic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0EB7A2F-4A26-485E-B196-655BA5A9186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41d65761584bc8"/>
          <a:srcRect xmlns:a="http://schemas.openxmlformats.org/drawingml/2006/main" l="18000" t="20333" r="38125" b="25556"/>
          <a:stretch xmlns:a="http://schemas.openxmlformats.org/drawingml/2006/main"/>
        </p:blipFill>
        <p:spPr>
          <a:xfrm xmlns:a="http://schemas.openxmlformats.org/drawingml/2006/main">
            <a:off x="6790328" y="1543050"/>
            <a:ext cx="4173945" cy="2895600"/>
          </a:xfrm>
          <a:prstGeom xmlns:a="http://schemas.openxmlformats.org/drawingml/2006/main" prst="rect">
            <a:avLst/>
          </a:prstGeom>
        </p:spPr>
      </p:pic>
      <p:sp>
        <p:nvSpPr>
          <p:cNvPr id="27" name="caption-exam">
            <a:extLst xmlns:a="http://schemas.openxmlformats.org/drawingml/2006/main">
              <a:ext uri="{FF2B5EF4-FFF2-40B4-BE49-F238E27FC236}">
                <a16:creationId xmlns:a16="http://schemas.microsoft.com/office/drawing/2014/main" id="{CA09D0F1-7BAF-4119-8194-BE53ECC6E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591050"/>
            <a:ext cx="4914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00" b="0">
                <a:solidFill>
                  <a:srgbClr val="4B3557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4B3557"/>
                </a:solidFill>
                <a:latin typeface="Montserrat"/>
                <a:ea typeface="Montserrat"/>
                <a:cs typeface="Montserrat"/>
              </a:defRPr>
            </a:pPr>
            <a:r>
              <a:rPr sz="1500" b="0">
                <a:solidFill>
                  <a:srgbClr val="4B3557"/>
                </a:solidFill>
                <a:latin typeface="Montserrat"/>
                <a:ea typeface="Montserrat"/>
                <a:cs typeface="Montserrat"/>
              </a:rPr>
              <a:t>Результат проверки Python Middle</a:t>
            </a:r>
          </a:p>
        </p:txBody>
      </p:sp>
      <p:sp>
        <p:nvSpPr>
          <p:cNvPr id="28" name="grade-title">
            <a:extLst xmlns:a="http://schemas.openxmlformats.org/drawingml/2006/main">
              <a:ext uri="{FF2B5EF4-FFF2-40B4-BE49-F238E27FC236}">
                <a16:creationId xmlns:a16="http://schemas.microsoft.com/office/drawing/2014/main" id="{FEF90F20-EA98-42B6-8F4E-1033A511A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57750"/>
            <a:ext cx="10810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400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  <a:defRPr sz="2400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2400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Backend Middle — по всей программе</a:t>
            </a:r>
          </a:p>
        </p:txBody>
      </p:sp>
      <p:sp>
        <p:nvSpPr>
          <p:cNvPr id="29" name="grade-copy">
            <a:extLst xmlns:a="http://schemas.openxmlformats.org/drawingml/2006/main">
              <a:ext uri="{FF2B5EF4-FFF2-40B4-BE49-F238E27FC236}">
                <a16:creationId xmlns:a16="http://schemas.microsoft.com/office/drawing/2014/main" id="{225D9C03-E56C-42E1-995A-7CD1C6D05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19725"/>
            <a:ext cx="10810875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00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20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Python, SQL и серверная разработка: все на уровне Middle.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20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Один экзамен подтверждает только один навык.</a:t>
            </a:r>
          </a:p>
        </p:txBody>
      </p:sp>
    </p:spTree>
    <p:extLst>
      <p:ext uri="{BB962C8B-B14F-4D97-AF65-F5344CB8AC3E}">
        <p14:creationId xmlns:p14="http://schemas.microsoft.com/office/powerpoint/2010/main" val="2320403279"/>
      </p:ext>
    </p:extLst>
  </p:cSld>
</p:sld>
</file>

<file path=ppt/slides/slide5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b4c0bd5bd37d4d98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Скругленный прямоугольник 22">
            <a:extLst xmlns:a="http://schemas.openxmlformats.org/drawingml/2006/main">
              <a:ext uri="{FF2B5EF4-FFF2-40B4-BE49-F238E27FC236}">
                <a16:creationId xmlns:a16="http://schemas.microsoft.com/office/drawing/2014/main" id="{7922FF53-ACE2-23D9-1F2E-C3CB2E860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075" y="324562"/>
            <a:ext cx="5334000" cy="620919"/>
          </a:xfrm>
          <a:prstGeom xmlns:a="http://schemas.openxmlformats.org/drawingml/2006/main" prst="roundRect">
            <a:avLst>
              <a:gd name="adj" fmla="val 18706"/>
            </a:avLst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21" name="Номер слайда 20">
            <a:extLst xmlns:a="http://schemas.openxmlformats.org/drawingml/2006/main">
              <a:ext uri="{FF2B5EF4-FFF2-40B4-BE49-F238E27FC236}">
                <a16:creationId xmlns:a16="http://schemas.microsoft.com/office/drawing/2014/main" id="{669682A0-CA38-40A8-94F2-47358000C1E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00" b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1200" b="0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5</a:t>
            </a:r>
          </a:p>
        </p:txBody>
      </p:sp>
      <p:sp>
        <p:nvSpPr>
          <p:cNvPr id="2" name="Текст 1">
            <a:extLst xmlns:a="http://schemas.openxmlformats.org/drawingml/2006/main">
              <a:ext uri="{FF2B5EF4-FFF2-40B4-BE49-F238E27FC236}">
                <a16:creationId xmlns:a16="http://schemas.microsoft.com/office/drawing/2014/main" id="{27E23EC9-2FC6-4D30-AF38-406CDD6EAFE1}"/>
              </a:ext>
            </a:extLst>
          </p:cNvPr>
          <p:cNvSpPr>
            <a:spLocks xmlns:a="http://schemas.openxmlformats.org/drawingml/2006/main" noGrp="1"/>
          </p:cNvSpPr>
          <p:nvPr>
            <p:ph type="body" idx="37"/>
          </p:nvPr>
        </p:nvSpPr>
        <p:spPr>
          <a:xfrm xmlns:a="http://schemas.openxmlformats.org/drawingml/2006/main">
            <a:off x="1615961" y="1428777"/>
            <a:ext cx="3866856" cy="42362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rgbClr val="F92571"/>
              </a:solidFill>
            </a:endParaRPr>
          </a:p>
        </p:txBody>
      </p:sp>
      <p:sp>
        <p:nvSpPr>
          <p:cNvPr id="3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2711F3D1-6A7C-417C-88B0-D92130FE9557}"/>
              </a:ext>
            </a:extLst>
          </p:cNvPr>
          <p:cNvSpPr>
            <a:spLocks xmlns:a="http://schemas.openxmlformats.org/drawingml/2006/main" noGrp="1"/>
          </p:cNvSpPr>
          <p:nvPr>
            <p:ph type="body" idx="38"/>
          </p:nvPr>
        </p:nvSpPr>
        <p:spPr>
          <a:xfrm xmlns:a="http://schemas.openxmlformats.org/drawingml/2006/main">
            <a:off x="1615964" y="1996388"/>
            <a:ext cx="3866856" cy="67207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4" name="Текст 3">
            <a:extLst xmlns:a="http://schemas.openxmlformats.org/drawingml/2006/main">
              <a:ext uri="{FF2B5EF4-FFF2-40B4-BE49-F238E27FC236}">
                <a16:creationId xmlns:a16="http://schemas.microsoft.com/office/drawing/2014/main" id="{56CFDA1A-32AF-41E1-A34D-F85A5B0EDD07}"/>
              </a:ext>
            </a:extLst>
          </p:cNvPr>
          <p:cNvSpPr>
            <a:spLocks xmlns:a="http://schemas.openxmlformats.org/drawingml/2006/main" noGrp="1"/>
          </p:cNvSpPr>
          <p:nvPr>
            <p:ph type="body" idx="39"/>
          </p:nvPr>
        </p:nvSpPr>
        <p:spPr>
          <a:xfrm xmlns:a="http://schemas.openxmlformats.org/drawingml/2006/main">
            <a:off x="1596605" y="3032761"/>
            <a:ext cx="3866856" cy="40375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rgbClr val="F92571"/>
              </a:solidFill>
            </a:endParaRPr>
          </a:p>
        </p:txBody>
      </p:sp>
      <p:sp>
        <p:nvSpPr>
          <p:cNvPr id="5" name="Текст 4">
            <a:extLst xmlns:a="http://schemas.openxmlformats.org/drawingml/2006/main">
              <a:ext uri="{FF2B5EF4-FFF2-40B4-BE49-F238E27FC236}">
                <a16:creationId xmlns:a16="http://schemas.microsoft.com/office/drawing/2014/main" id="{DCCF47ED-F081-41D2-846B-E1D156AA0314}"/>
              </a:ext>
            </a:extLst>
          </p:cNvPr>
          <p:cNvSpPr>
            <a:spLocks xmlns:a="http://schemas.openxmlformats.org/drawingml/2006/main" noGrp="1"/>
          </p:cNvSpPr>
          <p:nvPr>
            <p:ph type="body" idx="40"/>
          </p:nvPr>
        </p:nvSpPr>
        <p:spPr>
          <a:xfrm xmlns:a="http://schemas.openxmlformats.org/drawingml/2006/main">
            <a:off x="1596605" y="3580500"/>
            <a:ext cx="3866856" cy="67207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6" name="Текст 5">
            <a:extLst xmlns:a="http://schemas.openxmlformats.org/drawingml/2006/main">
              <a:ext uri="{FF2B5EF4-FFF2-40B4-BE49-F238E27FC236}">
                <a16:creationId xmlns:a16="http://schemas.microsoft.com/office/drawing/2014/main" id="{19BEAF1A-2D42-4D98-AD35-7280D52BED88}"/>
              </a:ext>
            </a:extLst>
          </p:cNvPr>
          <p:cNvSpPr>
            <a:spLocks xmlns:a="http://schemas.openxmlformats.org/drawingml/2006/main" noGrp="1"/>
          </p:cNvSpPr>
          <p:nvPr>
            <p:ph type="body" idx="41"/>
          </p:nvPr>
        </p:nvSpPr>
        <p:spPr>
          <a:xfrm xmlns:a="http://schemas.openxmlformats.org/drawingml/2006/main">
            <a:off x="1596605" y="4616873"/>
            <a:ext cx="3866856" cy="40391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rgbClr val="F92571"/>
              </a:solidFill>
            </a:endParaRPr>
          </a:p>
        </p:txBody>
      </p:sp>
      <p:sp>
        <p:nvSpPr>
          <p:cNvPr id="7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50E54373-F1CE-490F-A9AC-455CC1CA7076}"/>
              </a:ext>
            </a:extLst>
          </p:cNvPr>
          <p:cNvSpPr>
            <a:spLocks xmlns:a="http://schemas.openxmlformats.org/drawingml/2006/main" noGrp="1"/>
          </p:cNvSpPr>
          <p:nvPr>
            <p:ph type="body" idx="42"/>
          </p:nvPr>
        </p:nvSpPr>
        <p:spPr>
          <a:xfrm xmlns:a="http://schemas.openxmlformats.org/drawingml/2006/main">
            <a:off x="1596605" y="5164612"/>
            <a:ext cx="3866856" cy="67207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8" name="Текст 7">
            <a:extLst xmlns:a="http://schemas.openxmlformats.org/drawingml/2006/main">
              <a:ext uri="{FF2B5EF4-FFF2-40B4-BE49-F238E27FC236}">
                <a16:creationId xmlns:a16="http://schemas.microsoft.com/office/drawing/2014/main" id="{D072020D-E8F8-4E9E-BBDB-08E0FF7D7841}"/>
              </a:ext>
            </a:extLst>
          </p:cNvPr>
          <p:cNvSpPr>
            <a:spLocks xmlns:a="http://schemas.openxmlformats.org/drawingml/2006/main" noGrp="1"/>
          </p:cNvSpPr>
          <p:nvPr>
            <p:ph type="body" idx="43"/>
          </p:nvPr>
        </p:nvSpPr>
        <p:spPr>
          <a:xfrm xmlns:a="http://schemas.openxmlformats.org/drawingml/2006/main">
            <a:off x="7289068" y="1428777"/>
            <a:ext cx="3866856" cy="42362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rgbClr val="F92571"/>
              </a:solidFill>
            </a:endParaRPr>
          </a:p>
        </p:txBody>
      </p:sp>
      <p:sp>
        <p:nvSpPr>
          <p:cNvPr id="9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F21454E5-F292-4891-9D68-0D5174698360}"/>
              </a:ext>
            </a:extLst>
          </p:cNvPr>
          <p:cNvSpPr>
            <a:spLocks xmlns:a="http://schemas.openxmlformats.org/drawingml/2006/main" noGrp="1"/>
          </p:cNvSpPr>
          <p:nvPr>
            <p:ph type="body" idx="44"/>
          </p:nvPr>
        </p:nvSpPr>
        <p:spPr>
          <a:xfrm xmlns:a="http://schemas.openxmlformats.org/drawingml/2006/main">
            <a:off x="7289071" y="1996388"/>
            <a:ext cx="3866856" cy="67207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10" name="Текст 9">
            <a:extLst xmlns:a="http://schemas.openxmlformats.org/drawingml/2006/main">
              <a:ext uri="{FF2B5EF4-FFF2-40B4-BE49-F238E27FC236}">
                <a16:creationId xmlns:a16="http://schemas.microsoft.com/office/drawing/2014/main" id="{ED966D9B-CCFE-4200-A5EC-3EB869FCB8CC}"/>
              </a:ext>
            </a:extLst>
          </p:cNvPr>
          <p:cNvSpPr>
            <a:spLocks xmlns:a="http://schemas.openxmlformats.org/drawingml/2006/main" noGrp="1"/>
          </p:cNvSpPr>
          <p:nvPr>
            <p:ph type="body" idx="45"/>
          </p:nvPr>
        </p:nvSpPr>
        <p:spPr>
          <a:xfrm xmlns:a="http://schemas.openxmlformats.org/drawingml/2006/main">
            <a:off x="7269712" y="3032761"/>
            <a:ext cx="3866856" cy="40375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rgbClr val="F92571"/>
              </a:solidFill>
            </a:endParaRPr>
          </a:p>
        </p:txBody>
      </p:sp>
      <p:sp>
        <p:nvSpPr>
          <p:cNvPr id="11" name="Текст 10">
            <a:extLst xmlns:a="http://schemas.openxmlformats.org/drawingml/2006/main">
              <a:ext uri="{FF2B5EF4-FFF2-40B4-BE49-F238E27FC236}">
                <a16:creationId xmlns:a16="http://schemas.microsoft.com/office/drawing/2014/main" id="{C1D06240-647F-427A-8B8C-091F9721E642}"/>
              </a:ext>
            </a:extLst>
          </p:cNvPr>
          <p:cNvSpPr>
            <a:spLocks xmlns:a="http://schemas.openxmlformats.org/drawingml/2006/main" noGrp="1"/>
          </p:cNvSpPr>
          <p:nvPr>
            <p:ph type="body" idx="46"/>
          </p:nvPr>
        </p:nvSpPr>
        <p:spPr>
          <a:xfrm xmlns:a="http://schemas.openxmlformats.org/drawingml/2006/main">
            <a:off x="7269712" y="3580500"/>
            <a:ext cx="3866856" cy="67207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12" name="Текст 11">
            <a:extLst xmlns:a="http://schemas.openxmlformats.org/drawingml/2006/main">
              <a:ext uri="{FF2B5EF4-FFF2-40B4-BE49-F238E27FC236}">
                <a16:creationId xmlns:a16="http://schemas.microsoft.com/office/drawing/2014/main" id="{0A4B9D71-43CE-4C1C-BF7F-B60A8B578216}"/>
              </a:ext>
            </a:extLst>
          </p:cNvPr>
          <p:cNvSpPr>
            <a:spLocks xmlns:a="http://schemas.openxmlformats.org/drawingml/2006/main" noGrp="1"/>
          </p:cNvSpPr>
          <p:nvPr>
            <p:ph type="body" idx="47"/>
          </p:nvPr>
        </p:nvSpPr>
        <p:spPr>
          <a:xfrm xmlns:a="http://schemas.openxmlformats.org/drawingml/2006/main">
            <a:off x="7269712" y="4616873"/>
            <a:ext cx="3866856" cy="40391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rgbClr val="F92571"/>
              </a:solidFill>
            </a:endParaRPr>
          </a:p>
        </p:txBody>
      </p:sp>
      <p:sp>
        <p:nvSpPr>
          <p:cNvPr id="13" name="Текст 12">
            <a:extLst xmlns:a="http://schemas.openxmlformats.org/drawingml/2006/main">
              <a:ext uri="{FF2B5EF4-FFF2-40B4-BE49-F238E27FC236}">
                <a16:creationId xmlns:a16="http://schemas.microsoft.com/office/drawing/2014/main" id="{FB764737-E500-486A-BC57-2CFC01C3D8BB}"/>
              </a:ext>
            </a:extLst>
          </p:cNvPr>
          <p:cNvSpPr>
            <a:spLocks xmlns:a="http://schemas.openxmlformats.org/drawingml/2006/main" noGrp="1"/>
          </p:cNvSpPr>
          <p:nvPr>
            <p:ph type="body" idx="48"/>
          </p:nvPr>
        </p:nvSpPr>
        <p:spPr>
          <a:xfrm xmlns:a="http://schemas.openxmlformats.org/drawingml/2006/main">
            <a:off x="7269712" y="5164612"/>
            <a:ext cx="3866856" cy="67207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14" name="Заголовок 13">
            <a:extLst xmlns:a="http://schemas.openxmlformats.org/drawingml/2006/main">
              <a:ext uri="{FF2B5EF4-FFF2-40B4-BE49-F238E27FC236}">
                <a16:creationId xmlns:a16="http://schemas.microsoft.com/office/drawing/2014/main" id="{02C18390-040F-49C6-B99F-AFF6DA22BD68}"/>
              </a:ext>
            </a:extLst>
          </p:cNvPr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525817" y="421226"/>
            <a:ext cx="9862734" cy="3761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Текст 14">
            <a:extLst xmlns:a="http://schemas.openxmlformats.org/drawingml/2006/main">
              <a:ext uri="{FF2B5EF4-FFF2-40B4-BE49-F238E27FC236}">
                <a16:creationId xmlns:a16="http://schemas.microsoft.com/office/drawing/2014/main" id="{83D68FBC-5A9C-4BE2-A173-8FBC9296615A}"/>
              </a:ext>
            </a:extLst>
          </p:cNvPr>
          <p:cNvSpPr>
            <a:spLocks xmlns:a="http://schemas.openxmlformats.org/drawingml/2006/main" noGrp="1"/>
          </p:cNvSpPr>
          <p:nvPr>
            <p:ph type="body" idx="49"/>
          </p:nvPr>
        </p:nvSpPr>
        <p:spPr>
          <a:xfrm xmlns:a="http://schemas.openxmlformats.org/drawingml/2006/main">
            <a:off x="520913" y="1394052"/>
            <a:ext cx="771003" cy="42362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b="1">
              <a:solidFill>
                <a:schemeClr val="accent5"/>
              </a:solidFill>
            </a:endParaRPr>
          </a:p>
        </p:txBody>
      </p:sp>
      <p:sp>
        <p:nvSpPr>
          <p:cNvPr id="16" name="Текст 15">
            <a:extLst xmlns:a="http://schemas.openxmlformats.org/drawingml/2006/main">
              <a:ext uri="{FF2B5EF4-FFF2-40B4-BE49-F238E27FC236}">
                <a16:creationId xmlns:a16="http://schemas.microsoft.com/office/drawing/2014/main" id="{F7796DA3-237A-4B69-B5A0-A321BB471A9B}"/>
              </a:ext>
            </a:extLst>
          </p:cNvPr>
          <p:cNvSpPr>
            <a:spLocks xmlns:a="http://schemas.openxmlformats.org/drawingml/2006/main" noGrp="1"/>
          </p:cNvSpPr>
          <p:nvPr>
            <p:ph type="body" idx="50"/>
          </p:nvPr>
        </p:nvSpPr>
        <p:spPr>
          <a:xfrm xmlns:a="http://schemas.openxmlformats.org/drawingml/2006/main">
            <a:off x="501557" y="2998036"/>
            <a:ext cx="771003" cy="40375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b="1">
              <a:solidFill>
                <a:schemeClr val="accent5"/>
              </a:solidFill>
            </a:endParaRPr>
          </a:p>
        </p:txBody>
      </p:sp>
      <p:sp>
        <p:nvSpPr>
          <p:cNvPr id="17" name="Текст 16">
            <a:extLst xmlns:a="http://schemas.openxmlformats.org/drawingml/2006/main">
              <a:ext uri="{FF2B5EF4-FFF2-40B4-BE49-F238E27FC236}">
                <a16:creationId xmlns:a16="http://schemas.microsoft.com/office/drawing/2014/main" id="{01D31CD5-C50F-4F9F-AFD3-E6609DC7BFA0}"/>
              </a:ext>
            </a:extLst>
          </p:cNvPr>
          <p:cNvSpPr>
            <a:spLocks xmlns:a="http://schemas.openxmlformats.org/drawingml/2006/main" noGrp="1"/>
          </p:cNvSpPr>
          <p:nvPr>
            <p:ph type="body" idx="51"/>
          </p:nvPr>
        </p:nvSpPr>
        <p:spPr>
          <a:xfrm xmlns:a="http://schemas.openxmlformats.org/drawingml/2006/main">
            <a:off x="501557" y="4582148"/>
            <a:ext cx="771003" cy="40391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b="1">
              <a:solidFill>
                <a:schemeClr val="accent5"/>
              </a:solidFill>
            </a:endParaRPr>
          </a:p>
        </p:txBody>
      </p:sp>
      <p:sp>
        <p:nvSpPr>
          <p:cNvPr id="18" name="Текст 17">
            <a:extLst xmlns:a="http://schemas.openxmlformats.org/drawingml/2006/main">
              <a:ext uri="{FF2B5EF4-FFF2-40B4-BE49-F238E27FC236}">
                <a16:creationId xmlns:a16="http://schemas.microsoft.com/office/drawing/2014/main" id="{D87BAA27-328A-476A-8933-B54F5113B8B6}"/>
              </a:ext>
            </a:extLst>
          </p:cNvPr>
          <p:cNvSpPr>
            <a:spLocks xmlns:a="http://schemas.openxmlformats.org/drawingml/2006/main" noGrp="1"/>
          </p:cNvSpPr>
          <p:nvPr>
            <p:ph type="body" idx="52"/>
          </p:nvPr>
        </p:nvSpPr>
        <p:spPr>
          <a:xfrm xmlns:a="http://schemas.openxmlformats.org/drawingml/2006/main">
            <a:off x="6194020" y="1394052"/>
            <a:ext cx="771003" cy="42362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b="1">
              <a:solidFill>
                <a:schemeClr val="accent5"/>
              </a:solidFill>
            </a:endParaRPr>
          </a:p>
        </p:txBody>
      </p:sp>
      <p:sp>
        <p:nvSpPr>
          <p:cNvPr id="19" name="Текст 18">
            <a:extLst xmlns:a="http://schemas.openxmlformats.org/drawingml/2006/main">
              <a:ext uri="{FF2B5EF4-FFF2-40B4-BE49-F238E27FC236}">
                <a16:creationId xmlns:a16="http://schemas.microsoft.com/office/drawing/2014/main" id="{7AFF5BE7-0C00-42D9-8BA8-D1F40F4F4492}"/>
              </a:ext>
            </a:extLst>
          </p:cNvPr>
          <p:cNvSpPr>
            <a:spLocks xmlns:a="http://schemas.openxmlformats.org/drawingml/2006/main" noGrp="1"/>
          </p:cNvSpPr>
          <p:nvPr>
            <p:ph type="body" idx="53"/>
          </p:nvPr>
        </p:nvSpPr>
        <p:spPr>
          <a:xfrm xmlns:a="http://schemas.openxmlformats.org/drawingml/2006/main">
            <a:off x="6174664" y="2998036"/>
            <a:ext cx="771003" cy="40375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b="1">
              <a:solidFill>
                <a:schemeClr val="accent5"/>
              </a:solidFill>
            </a:endParaRPr>
          </a:p>
        </p:txBody>
      </p:sp>
      <p:sp>
        <p:nvSpPr>
          <p:cNvPr id="20" name="Текст 19">
            <a:extLst xmlns:a="http://schemas.openxmlformats.org/drawingml/2006/main">
              <a:ext uri="{FF2B5EF4-FFF2-40B4-BE49-F238E27FC236}">
                <a16:creationId xmlns:a16="http://schemas.microsoft.com/office/drawing/2014/main" id="{82867CCA-8241-4FD6-A117-F3A419838853}"/>
              </a:ext>
            </a:extLst>
          </p:cNvPr>
          <p:cNvSpPr>
            <a:spLocks xmlns:a="http://schemas.openxmlformats.org/drawingml/2006/main" noGrp="1"/>
          </p:cNvSpPr>
          <p:nvPr>
            <p:ph type="body" idx="54"/>
          </p:nvPr>
        </p:nvSpPr>
        <p:spPr>
          <a:xfrm xmlns:a="http://schemas.openxmlformats.org/drawingml/2006/main">
            <a:off x="6174664" y="4582148"/>
            <a:ext cx="771003" cy="40391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b="1">
              <a:solidFill>
                <a:schemeClr val="accent5"/>
              </a:solidFill>
            </a:endParaRPr>
          </a:p>
        </p:txBody>
      </p:sp>
      <p:sp>
        <p:nvSpPr>
          <p:cNvPr id="24" name="heading-4">
            <a:extLst xmlns:a="http://schemas.openxmlformats.org/drawingml/2006/main">
              <a:ext uri="{FF2B5EF4-FFF2-40B4-BE49-F238E27FC236}">
                <a16:creationId xmlns:a16="http://schemas.microsoft.com/office/drawing/2014/main" id="{5F06BB6E-F1F0-4836-94CB-4DF64475B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7675"/>
            <a:ext cx="619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17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  <a:defRPr sz="217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2175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КАК УСТРОЕН АНТИПОВТОР</a:t>
            </a:r>
          </a:p>
        </p:txBody>
      </p:sp>
      <p:sp>
        <p:nvSpPr>
          <p:cNvPr id="25" name="repeat-time">
            <a:extLst xmlns:a="http://schemas.openxmlformats.org/drawingml/2006/main">
              <a:ext uri="{FF2B5EF4-FFF2-40B4-BE49-F238E27FC236}">
                <a16:creationId xmlns:a16="http://schemas.microsoft.com/office/drawing/2014/main" id="{896EA6DB-0460-4A62-9B74-894B25B6D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714500"/>
            <a:ext cx="485775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4050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4050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24 часа</a:t>
            </a:r>
          </a:p>
        </p:txBody>
      </p:sp>
      <p:sp>
        <p:nvSpPr>
          <p:cNvPr id="26" name="repeat-time-copy">
            <a:extLst xmlns:a="http://schemas.openxmlformats.org/drawingml/2006/main">
              <a:ext uri="{FF2B5EF4-FFF2-40B4-BE49-F238E27FC236}">
                <a16:creationId xmlns:a16="http://schemas.microsoft.com/office/drawing/2014/main" id="{76827015-0A5C-4856-9199-1D5B676C5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686050"/>
            <a:ext cx="5000625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10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21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до повторной проверки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21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того же навыка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21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на том же уровне</a:t>
            </a:r>
          </a:p>
        </p:txBody>
      </p:sp>
      <p:sp>
        <p:nvSpPr>
          <p:cNvPr id="27" name="repeat-history">
            <a:extLst xmlns:a="http://schemas.openxmlformats.org/drawingml/2006/main">
              <a:ext uri="{FF2B5EF4-FFF2-40B4-BE49-F238E27FC236}">
                <a16:creationId xmlns:a16="http://schemas.microsoft.com/office/drawing/2014/main" id="{0F12E96D-2E13-465D-BE4D-90A787C3F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1714500"/>
            <a:ext cx="5286375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000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  <a:defRPr sz="3000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3000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История проверок</a:t>
            </a:r>
          </a:p>
        </p:txBody>
      </p:sp>
      <p:sp>
        <p:nvSpPr>
          <p:cNvPr id="28" name="repeat-history-copy">
            <a:extLst xmlns:a="http://schemas.openxmlformats.org/drawingml/2006/main">
              <a:ext uri="{FF2B5EF4-FFF2-40B4-BE49-F238E27FC236}">
                <a16:creationId xmlns:a16="http://schemas.microsoft.com/office/drawing/2014/main" id="{C6CC9376-F710-460B-B791-B0C356401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686050"/>
            <a:ext cx="5286375" cy="1609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10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21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Сигнал помнит, какие сценарии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21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уже видел кандидат, и предпочитает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21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менее знакомые. Числа и условия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21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в задачах меняются.</a:t>
            </a:r>
          </a:p>
        </p:txBody>
      </p:sp>
      <p:sp>
        <p:nvSpPr>
          <p:cNvPr id="29" name="repeat-senior">
            <a:extLst xmlns:a="http://schemas.openxmlformats.org/drawingml/2006/main">
              <a:ext uri="{FF2B5EF4-FFF2-40B4-BE49-F238E27FC236}">
                <a16:creationId xmlns:a16="http://schemas.microsoft.com/office/drawing/2014/main" id="{1576D089-7FAE-41C2-8C91-B35B02EE9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657725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50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  <a:defRPr sz="2250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2250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В Senior — только ранее не показанные сценарии</a:t>
            </a:r>
          </a:p>
        </p:txBody>
      </p:sp>
      <p:sp>
        <p:nvSpPr>
          <p:cNvPr id="30" name="repeat-boundary">
            <a:extLst xmlns:a="http://schemas.openxmlformats.org/drawingml/2006/main">
              <a:ext uri="{FF2B5EF4-FFF2-40B4-BE49-F238E27FC236}">
                <a16:creationId xmlns:a16="http://schemas.microsoft.com/office/drawing/2014/main" id="{CFA3742E-192B-43ED-B131-DEDC9D846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505450"/>
            <a:ext cx="110966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025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  <a:defRPr sz="2025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2025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В Junior и Middle после прохождения всего банка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  <a:defRPr sz="2025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2025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сценарии могут повторяться.</a:t>
            </a:r>
          </a:p>
        </p:txBody>
      </p:sp>
    </p:spTree>
    <p:extLst>
      <p:ext uri="{BB962C8B-B14F-4D97-AF65-F5344CB8AC3E}">
        <p14:creationId xmlns:p14="http://schemas.microsoft.com/office/powerpoint/2010/main" val="1750984224"/>
      </p:ext>
    </p:extLst>
  </p:cSld>
</p:sld>
</file>

<file path=ppt/slides/slide6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783253cc085b441c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Скругленный прямоугольник 3">
            <a:extLst xmlns:a="http://schemas.openxmlformats.org/drawingml/2006/main">
              <a:ext uri="{FF2B5EF4-FFF2-40B4-BE49-F238E27FC236}">
                <a16:creationId xmlns:a16="http://schemas.microsoft.com/office/drawing/2014/main" id="{6080F467-69D9-0742-2978-0590E2BF4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170" y="1304256"/>
            <a:ext cx="11541659" cy="5052102"/>
          </a:xfrm>
          <a:prstGeom xmlns:a="http://schemas.openxmlformats.org/drawingml/2006/main" prst="roundRect">
            <a:avLst>
              <a:gd name="adj" fmla="val 6926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 cap="flat" cmpd="sng">
            <a:noFill/>
            <a:prstDash val="solid"/>
            <a:round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accent2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3" name="Объект 2">
            <a:extLst xmlns:a="http://schemas.openxmlformats.org/drawingml/2006/main">
              <a:ext uri="{FF2B5EF4-FFF2-40B4-BE49-F238E27FC236}">
                <a16:creationId xmlns:a16="http://schemas.microsoft.com/office/drawing/2014/main" id="{227ECECA-D19C-BF71-E687-EC21A327371C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23888" y="1556279"/>
            <a:ext cx="10789619" cy="374544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21" name="Номер слайда 20">
            <a:extLst xmlns:a="http://schemas.openxmlformats.org/drawingml/2006/main">
              <a:ext uri="{FF2B5EF4-FFF2-40B4-BE49-F238E27FC236}">
                <a16:creationId xmlns:a16="http://schemas.microsoft.com/office/drawing/2014/main" id="{D48EA9B5-E41A-C397-3CFE-F967E98FC76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00" b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200" b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6</a:t>
            </a:r>
          </a:p>
        </p:txBody>
      </p:sp>
      <p:sp>
        <p:nvSpPr>
          <p:cNvPr id="2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D1F975DC-7FFC-8C16-7A6D-78D26FCBD5BD}"/>
              </a:ext>
            </a:extLst>
          </p:cNvPr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533104" y="414049"/>
            <a:ext cx="5994696" cy="55206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3600">
              <a:solidFill>
                <a:schemeClr val="bg1"/>
              </a:solidFill>
            </a:endParaRPr>
          </a:p>
        </p:txBody>
      </p:sp>
      <p:sp>
        <p:nvSpPr>
          <p:cNvPr id="22" name="heading-5">
            <a:extLst xmlns:a="http://schemas.openxmlformats.org/drawingml/2006/main">
              <a:ext uri="{FF2B5EF4-FFF2-40B4-BE49-F238E27FC236}">
                <a16:creationId xmlns:a16="http://schemas.microsoft.com/office/drawing/2014/main" id="{03FB6D45-1BF3-4907-A9A7-964BBFB97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7675"/>
            <a:ext cx="638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32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  <a:defRPr sz="232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2325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ВАКАНСИЯ, ЗАПРОС И ПОДБОР</a:t>
            </a:r>
          </a:p>
        </p:txBody>
      </p:sp>
      <p:sp>
        <p:nvSpPr>
          <p:cNvPr id="23" name="employer-public">
            <a:extLst xmlns:a="http://schemas.openxmlformats.org/drawingml/2006/main">
              <a:ext uri="{FF2B5EF4-FFF2-40B4-BE49-F238E27FC236}">
                <a16:creationId xmlns:a16="http://schemas.microsoft.com/office/drawing/2014/main" id="{B0F2627D-7A12-4B44-AB59-6AF211FE6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95450"/>
            <a:ext cx="5095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400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  <a:defRPr sz="2400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2400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Вакансия</a:t>
            </a:r>
          </a:p>
        </p:txBody>
      </p:sp>
      <p:sp>
        <p:nvSpPr>
          <p:cNvPr id="24" name="employer-public-copy">
            <a:extLst xmlns:a="http://schemas.openxmlformats.org/drawingml/2006/main">
              <a:ext uri="{FF2B5EF4-FFF2-40B4-BE49-F238E27FC236}">
                <a16:creationId xmlns:a16="http://schemas.microsoft.com/office/drawing/2014/main" id="{ADF05B58-D0F5-4CE7-A882-ADEA64A42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33625"/>
            <a:ext cx="5238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10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21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Публичное предложение работы.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21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Кандидаты присылают отклики.</a:t>
            </a:r>
          </a:p>
        </p:txBody>
      </p:sp>
      <p:sp>
        <p:nvSpPr>
          <p:cNvPr id="25" name="employer-private">
            <a:extLst xmlns:a="http://schemas.openxmlformats.org/drawingml/2006/main">
              <a:ext uri="{FF2B5EF4-FFF2-40B4-BE49-F238E27FC236}">
                <a16:creationId xmlns:a16="http://schemas.microsoft.com/office/drawing/2014/main" id="{3A2FF989-E79B-451F-8BAD-FA6505D54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81375"/>
            <a:ext cx="5095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400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  <a:defRPr sz="2400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2400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Приватный запрос</a:t>
            </a:r>
          </a:p>
        </p:txBody>
      </p:sp>
      <p:sp>
        <p:nvSpPr>
          <p:cNvPr id="26" name="employer-private-copy">
            <a:extLst xmlns:a="http://schemas.openxmlformats.org/drawingml/2006/main">
              <a:ext uri="{FF2B5EF4-FFF2-40B4-BE49-F238E27FC236}">
                <a16:creationId xmlns:a16="http://schemas.microsoft.com/office/drawing/2014/main" id="{7C46C71E-E434-4582-BCB3-17C41F882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19550"/>
            <a:ext cx="5238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10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21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Условия подбора для компании.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21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Публикация не требуется.</a:t>
            </a:r>
          </a:p>
        </p:txBody>
      </p:sp>
      <p:pic>
        <p:nvPic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E2F26DC-BA0D-4BA6-8B6C-30325723DD1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377e36f0f640a6"/>
          <a:srcRect xmlns:a="http://schemas.openxmlformats.org/drawingml/2006/main" l="17981" t="25000" r="41009" b="36771"/>
          <a:stretch xmlns:a="http://schemas.openxmlformats.org/drawingml/2006/main"/>
        </p:blipFill>
        <p:spPr>
          <a:xfrm xmlns:a="http://schemas.openxmlformats.org/drawingml/2006/main">
            <a:off x="6429375" y="2194670"/>
            <a:ext cx="4905375" cy="2573435"/>
          </a:xfrm>
          <a:prstGeom xmlns:a="http://schemas.openxmlformats.org/drawingml/2006/main" prst="rect">
            <a:avLst/>
          </a:prstGeom>
        </p:spPr>
      </p:pic>
      <p:sp>
        <p:nvSpPr>
          <p:cNvPr id="28" name="caption-matching">
            <a:extLst xmlns:a="http://schemas.openxmlformats.org/drawingml/2006/main">
              <a:ext uri="{FF2B5EF4-FFF2-40B4-BE49-F238E27FC236}">
                <a16:creationId xmlns:a16="http://schemas.microsoft.com/office/drawing/2014/main" id="{24E1C8B9-1147-4FAE-BE18-641C43483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5133975"/>
            <a:ext cx="4905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00" b="0">
                <a:solidFill>
                  <a:srgbClr val="4B3557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4B3557"/>
                </a:solidFill>
                <a:latin typeface="Montserrat"/>
                <a:ea typeface="Montserrat"/>
                <a:cs typeface="Montserrat"/>
              </a:defRPr>
            </a:pPr>
            <a:r>
              <a:rPr sz="1500" b="0">
                <a:solidFill>
                  <a:srgbClr val="4B3557"/>
                </a:solidFill>
                <a:latin typeface="Montserrat"/>
                <a:ea typeface="Montserrat"/>
                <a:cs typeface="Montserrat"/>
              </a:rPr>
              <a:t>Подбор под конкретную вакансию</a:t>
            </a:r>
          </a:p>
        </p:txBody>
      </p:sp>
      <p:sp>
        <p:nvSpPr>
          <p:cNvPr id="29" name="matching-insight">
            <a:extLst xmlns:a="http://schemas.openxmlformats.org/drawingml/2006/main">
              <a:ext uri="{FF2B5EF4-FFF2-40B4-BE49-F238E27FC236}">
                <a16:creationId xmlns:a16="http://schemas.microsoft.com/office/drawing/2014/main" id="{6232BA8F-E4C4-4312-85DC-4DA6B097B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72125"/>
            <a:ext cx="10810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100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  <a:defRPr sz="2100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2100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Подбор учитывает обязательные навыки, зарплату и формат.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  <a:defRPr sz="2100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2100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Видно, почему выбранное резюме соответствует требованиям.</a:t>
            </a:r>
          </a:p>
        </p:txBody>
      </p:sp>
    </p:spTree>
    <p:extLst>
      <p:ext uri="{BB962C8B-B14F-4D97-AF65-F5344CB8AC3E}">
        <p14:creationId xmlns:p14="http://schemas.microsoft.com/office/powerpoint/2010/main" val="2320403279"/>
      </p:ext>
    </p:extLst>
  </p:cSld>
</p:sld>
</file>

<file path=ppt/slides/slide7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670c6f5d4ce940da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Скругленный прямоугольник 3">
            <a:extLst xmlns:a="http://schemas.openxmlformats.org/drawingml/2006/main">
              <a:ext uri="{FF2B5EF4-FFF2-40B4-BE49-F238E27FC236}">
                <a16:creationId xmlns:a16="http://schemas.microsoft.com/office/drawing/2014/main" id="{6080F467-69D9-0742-2978-0590E2BF4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170" y="1304256"/>
            <a:ext cx="11541659" cy="5052102"/>
          </a:xfrm>
          <a:prstGeom xmlns:a="http://schemas.openxmlformats.org/drawingml/2006/main" prst="roundRect">
            <a:avLst>
              <a:gd name="adj" fmla="val 6926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 cap="flat" cmpd="sng">
            <a:noFill/>
            <a:prstDash val="solid"/>
            <a:round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accent2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3" name="Объект 2">
            <a:extLst xmlns:a="http://schemas.openxmlformats.org/drawingml/2006/main">
              <a:ext uri="{FF2B5EF4-FFF2-40B4-BE49-F238E27FC236}">
                <a16:creationId xmlns:a16="http://schemas.microsoft.com/office/drawing/2014/main" id="{227ECECA-D19C-BF71-E687-EC21A327371C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23888" y="1556279"/>
            <a:ext cx="10789619" cy="374544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21" name="Номер слайда 20">
            <a:extLst xmlns:a="http://schemas.openxmlformats.org/drawingml/2006/main">
              <a:ext uri="{FF2B5EF4-FFF2-40B4-BE49-F238E27FC236}">
                <a16:creationId xmlns:a16="http://schemas.microsoft.com/office/drawing/2014/main" id="{D48EA9B5-E41A-C397-3CFE-F967E98FC76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00" b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200" b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7</a:t>
            </a:r>
          </a:p>
        </p:txBody>
      </p:sp>
      <p:sp>
        <p:nvSpPr>
          <p:cNvPr id="2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D1F975DC-7FFC-8C16-7A6D-78D26FCBD5BD}"/>
              </a:ext>
            </a:extLst>
          </p:cNvPr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533104" y="414049"/>
            <a:ext cx="5994696" cy="55206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3600">
              <a:solidFill>
                <a:schemeClr val="bg1"/>
              </a:solidFill>
            </a:endParaRPr>
          </a:p>
        </p:txBody>
      </p:sp>
      <p:sp>
        <p:nvSpPr>
          <p:cNvPr id="22" name="heading-6">
            <a:extLst xmlns:a="http://schemas.openxmlformats.org/drawingml/2006/main">
              <a:ext uri="{FF2B5EF4-FFF2-40B4-BE49-F238E27FC236}">
                <a16:creationId xmlns:a16="http://schemas.microsoft.com/office/drawing/2014/main" id="{B67E8D68-B594-4B2F-9245-1AE009BD4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7675"/>
            <a:ext cx="638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32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  <a:defRPr sz="232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2325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СРАВНЕНИЕ И ПРИГЛАШЕНИЕ</a:t>
            </a:r>
          </a:p>
        </p:txBody>
      </p:sp>
      <p:sp>
        <p:nvSpPr>
          <p:cNvPr id="23" name="compare-copy">
            <a:extLst xmlns:a="http://schemas.openxmlformats.org/drawingml/2006/main">
              <a:ext uri="{FF2B5EF4-FFF2-40B4-BE49-F238E27FC236}">
                <a16:creationId xmlns:a16="http://schemas.microsoft.com/office/drawing/2014/main" id="{CF6D3DCE-B2E4-4F89-A0B7-AD5EBBBE8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57350"/>
            <a:ext cx="10810875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10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21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В отборе хранится конкретное резюме.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21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Можно сравнить 2–4 специалистов по одинаковым критериям.</a:t>
            </a:r>
          </a:p>
        </p:txBody>
      </p:sp>
      <p:pic>
        <p:nvPic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996FF12-CEE4-48AE-912A-3E9F4B94A73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46492c6cf94e07"/>
          <a:srcRect xmlns:a="http://schemas.openxmlformats.org/drawingml/2006/main" l="14688" t="24444" r="14688" b="24444"/>
          <a:stretch xmlns:a="http://schemas.openxmlformats.org/drawingml/2006/main"/>
        </p:blipFill>
        <p:spPr>
          <a:xfrm xmlns:a="http://schemas.openxmlformats.org/drawingml/2006/main">
            <a:off x="2711933" y="2552700"/>
            <a:ext cx="6691934" cy="2724150"/>
          </a:xfrm>
          <a:prstGeom xmlns:a="http://schemas.openxmlformats.org/drawingml/2006/main" prst="rect">
            <a:avLst/>
          </a:prstGeom>
        </p:spPr>
      </p:pic>
      <p:sp>
        <p:nvSpPr>
          <p:cNvPr id="25" name="invite-copy">
            <a:extLst xmlns:a="http://schemas.openxmlformats.org/drawingml/2006/main">
              <a:ext uri="{FF2B5EF4-FFF2-40B4-BE49-F238E27FC236}">
                <a16:creationId xmlns:a16="http://schemas.microsoft.com/office/drawing/2014/main" id="{49D65490-2350-4C8E-B144-2ECD926E0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57825"/>
            <a:ext cx="108108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000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2000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В приглашении есть зарплата и условия.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2000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Контакты доступны компании по согласию кандидата.</a:t>
            </a:r>
          </a:p>
        </p:txBody>
      </p:sp>
    </p:spTree>
    <p:extLst>
      <p:ext uri="{BB962C8B-B14F-4D97-AF65-F5344CB8AC3E}">
        <p14:creationId xmlns:p14="http://schemas.microsoft.com/office/powerpoint/2010/main" val="2320403279"/>
      </p:ext>
    </p:extLst>
  </p:cSld>
</p:sld>
</file>

<file path=ppt/slides/slide8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a74bdf9dfc2f4fb0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Скругленный прямоугольник 3">
            <a:extLst xmlns:a="http://schemas.openxmlformats.org/drawingml/2006/main">
              <a:ext uri="{FF2B5EF4-FFF2-40B4-BE49-F238E27FC236}">
                <a16:creationId xmlns:a16="http://schemas.microsoft.com/office/drawing/2014/main" id="{6080F467-69D9-0742-2978-0590E2BF4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170" y="1304256"/>
            <a:ext cx="11541659" cy="5052102"/>
          </a:xfrm>
          <a:prstGeom xmlns:a="http://schemas.openxmlformats.org/drawingml/2006/main" prst="roundRect">
            <a:avLst>
              <a:gd name="adj" fmla="val 6926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 cap="flat" cmpd="sng">
            <a:noFill/>
            <a:prstDash val="solid"/>
            <a:round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accent2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3" name="Объект 2">
            <a:extLst xmlns:a="http://schemas.openxmlformats.org/drawingml/2006/main">
              <a:ext uri="{FF2B5EF4-FFF2-40B4-BE49-F238E27FC236}">
                <a16:creationId xmlns:a16="http://schemas.microsoft.com/office/drawing/2014/main" id="{227ECECA-D19C-BF71-E687-EC21A327371C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23888" y="1556279"/>
            <a:ext cx="10789619" cy="374544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21" name="Номер слайда 20">
            <a:extLst xmlns:a="http://schemas.openxmlformats.org/drawingml/2006/main">
              <a:ext uri="{FF2B5EF4-FFF2-40B4-BE49-F238E27FC236}">
                <a16:creationId xmlns:a16="http://schemas.microsoft.com/office/drawing/2014/main" id="{D48EA9B5-E41A-C397-3CFE-F967E98FC76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00" b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200" b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8</a:t>
            </a:r>
          </a:p>
        </p:txBody>
      </p:sp>
      <p:sp>
        <p:nvSpPr>
          <p:cNvPr id="2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D1F975DC-7FFC-8C16-7A6D-78D26FCBD5BD}"/>
              </a:ext>
            </a:extLst>
          </p:cNvPr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533104" y="414049"/>
            <a:ext cx="5994696" cy="55206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3600">
              <a:solidFill>
                <a:schemeClr val="bg1"/>
              </a:solidFill>
            </a:endParaRPr>
          </a:p>
        </p:txBody>
      </p:sp>
      <p:sp>
        <p:nvSpPr>
          <p:cNvPr id="22" name="heading-7">
            <a:extLst xmlns:a="http://schemas.openxmlformats.org/drawingml/2006/main">
              <a:ext uri="{FF2B5EF4-FFF2-40B4-BE49-F238E27FC236}">
                <a16:creationId xmlns:a16="http://schemas.microsoft.com/office/drawing/2014/main" id="{43AA784A-A254-41FC-970B-12868F5EA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7675"/>
            <a:ext cx="638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32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  <a:defRPr sz="232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2325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ЗАДАНИЕ ОТ РАБОТОДАТЕЛЯ</a:t>
            </a:r>
          </a:p>
        </p:txBody>
      </p:sp>
      <p:sp>
        <p:nvSpPr>
          <p:cNvPr id="23" name="task-lead">
            <a:extLst xmlns:a="http://schemas.openxmlformats.org/drawingml/2006/main">
              <a:ext uri="{FF2B5EF4-FFF2-40B4-BE49-F238E27FC236}">
                <a16:creationId xmlns:a16="http://schemas.microsoft.com/office/drawing/2014/main" id="{E0BA0303-7C77-4F24-AD2A-71A38E303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14500"/>
            <a:ext cx="106680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550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  <a:defRPr sz="2550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2550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Практика с понятным контекстом</a:t>
            </a:r>
          </a:p>
        </p:txBody>
      </p:sp>
      <p:sp>
        <p:nvSpPr>
          <p:cNvPr id="24" name="task-step1">
            <a:extLst xmlns:a="http://schemas.openxmlformats.org/drawingml/2006/main">
              <a:ext uri="{FF2B5EF4-FFF2-40B4-BE49-F238E27FC236}">
                <a16:creationId xmlns:a16="http://schemas.microsoft.com/office/drawing/2014/main" id="{11ACE083-9EDD-430A-AEF0-2C7BB121A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67025"/>
            <a:ext cx="3286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550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  <a:defRPr sz="2550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2550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Задание</a:t>
            </a:r>
          </a:p>
        </p:txBody>
      </p:sp>
      <p:sp>
        <p:nvSpPr>
          <p:cNvPr id="25" name="task-step1-copy">
            <a:extLst xmlns:a="http://schemas.openxmlformats.org/drawingml/2006/main">
              <a:ext uri="{FF2B5EF4-FFF2-40B4-BE49-F238E27FC236}">
                <a16:creationId xmlns:a16="http://schemas.microsoft.com/office/drawing/2014/main" id="{07C44DD6-F7D8-4A20-9373-4FD193FE2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76650"/>
            <a:ext cx="3286125" cy="1209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10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21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Что нужно сделать.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21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Условия сохраняются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21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на момент выдачи.</a:t>
            </a:r>
          </a:p>
        </p:txBody>
      </p:sp>
      <p:sp>
        <p:nvSpPr>
          <p:cNvPr id="26" name="task-step2">
            <a:extLst xmlns:a="http://schemas.openxmlformats.org/drawingml/2006/main">
              <a:ext uri="{FF2B5EF4-FFF2-40B4-BE49-F238E27FC236}">
                <a16:creationId xmlns:a16="http://schemas.microsoft.com/office/drawing/2014/main" id="{F722F879-9FDA-4F79-84F3-3A95BA964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867025"/>
            <a:ext cx="3286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550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  <a:defRPr sz="2550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2550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Ответ</a:t>
            </a:r>
          </a:p>
        </p:txBody>
      </p:sp>
      <p:sp>
        <p:nvSpPr>
          <p:cNvPr id="27" name="task-step2-copy">
            <a:extLst xmlns:a="http://schemas.openxmlformats.org/drawingml/2006/main">
              <a:ext uri="{FF2B5EF4-FFF2-40B4-BE49-F238E27FC236}">
                <a16:creationId xmlns:a16="http://schemas.microsoft.com/office/drawing/2014/main" id="{99C3D73D-0E56-43F0-9413-7C14150D6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676650"/>
            <a:ext cx="3286125" cy="1209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10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21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Кто выполнил работу.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21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Ссылка на выбранное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21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резюме кандидата.</a:t>
            </a:r>
          </a:p>
        </p:txBody>
      </p:sp>
      <p:sp>
        <p:nvSpPr>
          <p:cNvPr id="28" name="task-step3">
            <a:extLst xmlns:a="http://schemas.openxmlformats.org/drawingml/2006/main">
              <a:ext uri="{FF2B5EF4-FFF2-40B4-BE49-F238E27FC236}">
                <a16:creationId xmlns:a16="http://schemas.microsoft.com/office/drawing/2014/main" id="{B774EE88-3636-4497-A0A1-E2EFB6902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867025"/>
            <a:ext cx="3095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550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  <a:defRPr sz="2550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2550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Оценка</a:t>
            </a:r>
          </a:p>
        </p:txBody>
      </p:sp>
      <p:sp>
        <p:nvSpPr>
          <p:cNvPr id="29" name="task-step3-copy">
            <a:extLst xmlns:a="http://schemas.openxmlformats.org/drawingml/2006/main">
              <a:ext uri="{FF2B5EF4-FFF2-40B4-BE49-F238E27FC236}">
                <a16:creationId xmlns:a16="http://schemas.microsoft.com/office/drawing/2014/main" id="{42368113-55E9-40A5-A874-6F9CBF869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676650"/>
            <a:ext cx="3095625" cy="1209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10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21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Результат и отзыв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21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компании по своей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21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практической задаче.</a:t>
            </a:r>
          </a:p>
        </p:txBody>
      </p:sp>
      <p:sp>
        <p:nvSpPr>
          <p:cNvPr id="30" name="task-grade">
            <a:extLst xmlns:a="http://schemas.openxmlformats.org/drawingml/2006/main">
              <a:ext uri="{FF2B5EF4-FFF2-40B4-BE49-F238E27FC236}">
                <a16:creationId xmlns:a16="http://schemas.microsoft.com/office/drawing/2014/main" id="{8B66D00B-AD67-408C-9A73-6EA3EB63E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8165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100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  <a:defRPr sz="2100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2100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Оценка компании дополняет профиль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  <a:defRPr sz="2100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2100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и не присваивает квалификационный грейд Signal.</a:t>
            </a:r>
          </a:p>
        </p:txBody>
      </p:sp>
    </p:spTree>
    <p:extLst>
      <p:ext uri="{BB962C8B-B14F-4D97-AF65-F5344CB8AC3E}">
        <p14:creationId xmlns:p14="http://schemas.microsoft.com/office/powerpoint/2010/main" val="2320403279"/>
      </p:ext>
    </p:extLst>
  </p:cSld>
</p:sld>
</file>

<file path=ppt/slides/slide9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e8ca00a5f6d14ba6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Скругленный прямоугольник 9">
            <a:extLst xmlns:a="http://schemas.openxmlformats.org/drawingml/2006/main">
              <a:ext uri="{FF2B5EF4-FFF2-40B4-BE49-F238E27FC236}">
                <a16:creationId xmlns:a16="http://schemas.microsoft.com/office/drawing/2014/main" id="{99639827-4B20-41B4-B9A5-E5F859569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075" y="324562"/>
            <a:ext cx="3750912" cy="620919"/>
          </a:xfrm>
          <a:prstGeom xmlns:a="http://schemas.openxmlformats.org/drawingml/2006/main" prst="roundRect">
            <a:avLst>
              <a:gd name="adj" fmla="val 18706"/>
            </a:avLst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24" name="Скругленный прямоугольник 23">
            <a:extLst xmlns:a="http://schemas.openxmlformats.org/drawingml/2006/main">
              <a:ext uri="{FF2B5EF4-FFF2-40B4-BE49-F238E27FC236}">
                <a16:creationId xmlns:a16="http://schemas.microsoft.com/office/drawing/2014/main" id="{D6D9A41E-4495-E50B-97DA-5E654B99A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774" y="1211284"/>
            <a:ext cx="5440313" cy="4989492"/>
          </a:xfrm>
          <a:prstGeom xmlns:a="http://schemas.openxmlformats.org/drawingml/2006/main" prst="roundRect">
            <a:avLst>
              <a:gd name="adj" fmla="val 3865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 cap="flat" cmpd="sng">
            <a:noFill/>
            <a:prstDash val="solid"/>
            <a:round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accent2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27" name="Скругленный прямоугольник 26">
            <a:extLst xmlns:a="http://schemas.openxmlformats.org/drawingml/2006/main">
              <a:ext uri="{FF2B5EF4-FFF2-40B4-BE49-F238E27FC236}">
                <a16:creationId xmlns:a16="http://schemas.microsoft.com/office/drawing/2014/main" id="{4205FFC6-B5B1-7076-639B-E4DAFE652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076" y="1211284"/>
            <a:ext cx="5440313" cy="4989492"/>
          </a:xfrm>
          <a:prstGeom xmlns:a="http://schemas.openxmlformats.org/drawingml/2006/main" prst="roundRect">
            <a:avLst>
              <a:gd name="adj" fmla="val 3407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 cap="flat" cmpd="sng">
            <a:noFill/>
            <a:prstDash val="solid"/>
            <a:round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accent2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21" name="Номер слайда 20">
            <a:extLst xmlns:a="http://schemas.openxmlformats.org/drawingml/2006/main">
              <a:ext uri="{FF2B5EF4-FFF2-40B4-BE49-F238E27FC236}">
                <a16:creationId xmlns:a16="http://schemas.microsoft.com/office/drawing/2014/main" id="{889AB292-D098-2ABD-0429-89B4EFAD43B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00" b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200" b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9</a:t>
            </a:r>
          </a:p>
        </p:txBody>
      </p:sp>
      <p:sp>
        <p:nvSpPr>
          <p:cNvPr id="3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B2BA7842-46FE-F786-9D85-92BBE62C549A}"/>
              </a:ext>
            </a:extLst>
          </p:cNvPr>
          <p:cNvSpPr>
            <a:spLocks xmlns:a="http://schemas.openxmlformats.org/drawingml/2006/main" noGrp="1"/>
          </p:cNvSpPr>
          <p:nvPr>
            <p:ph type="body" idx="38"/>
          </p:nvPr>
        </p:nvSpPr>
        <p:spPr>
          <a:xfrm xmlns:a="http://schemas.openxmlformats.org/drawingml/2006/main">
            <a:off x="676275" y="2152650"/>
            <a:ext cx="4686300" cy="3543300"/>
          </a:xfr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2025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  <a:defRPr sz="2025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2025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React и TypeScript.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  <a:defRPr sz="2025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2025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Express и PostgreSQL.</a:t>
            </a:r>
          </a:p>
          <a:p xmlns:a="http://schemas.openxmlformats.org/drawingml/2006/main"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  <a:defRPr sz="2025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2025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Сервер проверяет ответы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  <a:defRPr sz="2025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2025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и актуальные права доступа.</a:t>
            </a:r>
          </a:p>
          <a:p xmlns:a="http://schemas.openxmlformats.org/drawingml/2006/main"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  <a:defRPr sz="2025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2025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Светлая, тёмная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  <a:defRPr sz="2025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2025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и системная темы.</a:t>
            </a:r>
          </a:p>
        </p:txBody>
      </p:sp>
      <p:sp>
        <p:nvSpPr>
          <p:cNvPr id="7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FADF42A3-53F4-C8E0-2D79-332DAAEB9A8A}"/>
              </a:ext>
            </a:extLst>
          </p:cNvPr>
          <p:cNvSpPr>
            <a:spLocks xmlns:a="http://schemas.openxmlformats.org/drawingml/2006/main" noGrp="1"/>
          </p:cNvSpPr>
          <p:nvPr>
            <p:ph type="body" idx="42"/>
          </p:nvPr>
        </p:nvSpPr>
        <p:spPr>
          <a:xfrm xmlns:a="http://schemas.openxmlformats.org/drawingml/2006/main">
            <a:off x="6600825" y="2152650"/>
            <a:ext cx="4667250" cy="3562350"/>
          </a:xfr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2025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  <a:defRPr sz="2025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2025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Пилот с кандидатами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  <a:defRPr sz="2025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2025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и ИТ-компаниями.</a:t>
            </a:r>
          </a:p>
          <a:p xmlns:a="http://schemas.openxmlformats.org/drawingml/2006/main"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  <a:defRPr sz="2025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2025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Проверим, помогает ли Signal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  <a:defRPr sz="2025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2025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сократить ручной отбор.</a:t>
            </a:r>
          </a:p>
          <a:p xmlns:a="http://schemas.openxmlformats.org/drawingml/2006/main"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  <a:defRPr sz="2025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2025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Для кандидатов проверим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  <a:defRPr sz="2025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2025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число подходящих приглашений.</a:t>
            </a:r>
          </a:p>
        </p:txBody>
      </p:sp>
      <p:sp>
        <p:nvSpPr>
          <p:cNvPr id="14" name="Заголовок 13">
            <a:extLst xmlns:a="http://schemas.openxmlformats.org/drawingml/2006/main">
              <a:ext uri="{FF2B5EF4-FFF2-40B4-BE49-F238E27FC236}">
                <a16:creationId xmlns:a16="http://schemas.microsoft.com/office/drawing/2014/main" id="{9ADE5A7A-262A-121D-63C7-92347C3B48DC}"/>
              </a:ext>
            </a:extLst>
          </p:cNvPr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525817" y="456851"/>
            <a:ext cx="9862734" cy="3761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КОРОТКО О РЕШЕНИИ</a:t>
            </a:r>
          </a:p>
        </p:txBody>
      </p:sp>
      <p:sp>
        <p:nvSpPr>
          <p:cNvPr id="15" name="Текст 14">
            <a:extLst xmlns:a="http://schemas.openxmlformats.org/drawingml/2006/main">
              <a:ext uri="{FF2B5EF4-FFF2-40B4-BE49-F238E27FC236}">
                <a16:creationId xmlns:a16="http://schemas.microsoft.com/office/drawing/2014/main" id="{26BEC078-5087-6080-D7D6-F5A0B438BDE2}"/>
              </a:ext>
            </a:extLst>
          </p:cNvPr>
          <p:cNvSpPr>
            <a:spLocks xmlns:a="http://schemas.openxmlformats.org/drawingml/2006/main" noGrp="1"/>
          </p:cNvSpPr>
          <p:nvPr>
            <p:ph type="body" idx="49"/>
          </p:nvPr>
        </p:nvSpPr>
        <p:spPr>
          <a:xfrm xmlns:a="http://schemas.openxmlformats.org/drawingml/2006/main">
            <a:off x="578063" y="1476583"/>
            <a:ext cx="4929861" cy="555147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2000" b="1">
                <a:solidFill>
                  <a:schemeClr val="accent5"/>
                </a:solidFill>
              </a:rPr>
              <a:t>Техническая суть решения</a:t>
            </a:r>
          </a:p>
        </p:txBody>
      </p:sp>
      <p:sp>
        <p:nvSpPr>
          <p:cNvPr id="17" name="Текст 16">
            <a:extLst xmlns:a="http://schemas.openxmlformats.org/drawingml/2006/main">
              <a:ext uri="{FF2B5EF4-FFF2-40B4-BE49-F238E27FC236}">
                <a16:creationId xmlns:a16="http://schemas.microsoft.com/office/drawing/2014/main" id="{2859F02A-65ED-43C1-C072-8FCD6772DA35}"/>
              </a:ext>
            </a:extLst>
          </p:cNvPr>
          <p:cNvSpPr>
            <a:spLocks xmlns:a="http://schemas.openxmlformats.org/drawingml/2006/main" noGrp="1"/>
          </p:cNvSpPr>
          <p:nvPr>
            <p:ph type="body" idx="51"/>
          </p:nvPr>
        </p:nvSpPr>
        <p:spPr>
          <a:xfrm xmlns:a="http://schemas.openxmlformats.org/drawingml/2006/main">
            <a:off x="6513513" y="1476583"/>
            <a:ext cx="5214724" cy="561519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2000" b="1">
                <a:solidFill>
                  <a:schemeClr val="accent5"/>
                </a:solidFill>
              </a:rPr>
              <a:t>Маркетинговая суть решения</a:t>
            </a:r>
          </a:p>
          <a:p xmlns:a="http://schemas.openxmlformats.org/drawingml/2006/main">
            <a:pPr>
              <a:lnSpc>
                <a:spcPct val="100000"/>
              </a:lnSpc>
              <a:buNone/>
            </a:pPr>
            <a:endParaRPr b="1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98776457"/>
      </p:ext>
    </p:extLst>
  </p:cSld>
</p:sld>
</file>

<file path=ppt/slides/slide10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746d1e500d2f449f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Скругленный прямоугольник 1">
            <a:extLst xmlns:a="http://schemas.openxmlformats.org/drawingml/2006/main">
              <a:ext uri="{FF2B5EF4-FFF2-40B4-BE49-F238E27FC236}">
                <a16:creationId xmlns:a16="http://schemas.microsoft.com/office/drawing/2014/main" id="{9376089D-9A77-730A-ADAF-A685C17F1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075" y="324562"/>
            <a:ext cx="3952656" cy="620919"/>
          </a:xfrm>
          <a:prstGeom xmlns:a="http://schemas.openxmlformats.org/drawingml/2006/main" prst="roundRect">
            <a:avLst>
              <a:gd name="adj" fmla="val 18706"/>
            </a:avLst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18" name="Номер слайда 17">
            <a:extLst xmlns:a="http://schemas.openxmlformats.org/drawingml/2006/main">
              <a:ext uri="{FF2B5EF4-FFF2-40B4-BE49-F238E27FC236}">
                <a16:creationId xmlns:a16="http://schemas.microsoft.com/office/drawing/2014/main" id="{74006CB4-BD4D-EF41-3DCA-EDB126B8489E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00" b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1200" b="0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10</a:t>
            </a:r>
          </a:p>
        </p:txBody>
      </p:sp>
      <p:sp>
        <p:nvSpPr>
          <p:cNvPr id="7" name="Заголовок 6">
            <a:extLst xmlns:a="http://schemas.openxmlformats.org/drawingml/2006/main">
              <a:ext uri="{FF2B5EF4-FFF2-40B4-BE49-F238E27FC236}">
                <a16:creationId xmlns:a16="http://schemas.microsoft.com/office/drawing/2014/main" id="{9F7DE1A9-1AD8-0498-5446-8F5D409119D0}"/>
              </a:ext>
            </a:extLst>
          </p:cNvPr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507849" y="449787"/>
            <a:ext cx="9862734" cy="376138"/>
          </a:xfr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17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  <a:defRPr sz="217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2175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ПУТЬ КОМАНДЫ</a:t>
            </a:r>
          </a:p>
        </p:txBody>
      </p:sp>
      <p:sp>
        <p:nvSpPr>
          <p:cNvPr id="37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C7B87D78-5037-F48A-F05C-8E80D4A5A4D0}"/>
              </a:ext>
            </a:extLst>
          </p:cNvPr>
          <p:cNvSpPr>
            <a:spLocks xmlns:a="http://schemas.openxmlformats.org/drawingml/2006/main" noGrp="1"/>
          </p:cNvSpPr>
          <p:nvPr>
            <p:ph type="body" idx="27"/>
          </p:nvPr>
        </p:nvSpPr>
        <p:spPr>
          <a:xfrm xmlns:a="http://schemas.openxmlformats.org/drawingml/2006/main">
            <a:off x="619125" y="1971675"/>
            <a:ext cx="10572750" cy="714375"/>
          </a:xfr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2025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  <a:defRPr sz="2025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2025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Собрали два рабочих кабинета.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  <a:defRPr sz="2025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2025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Проверили базовую поставку: 582 теста.</a:t>
            </a:r>
          </a:p>
        </p:txBody>
      </p:sp>
      <p:sp>
        <p:nvSpPr>
          <p:cNvPr id="38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BAD76A99-219B-023F-35AA-74EDFF6A5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381125"/>
            <a:ext cx="9906000" cy="4286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0" tIns="0" rIns="0" bIns="0" anchor="t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defPPr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  <a:defRPr sz="2025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2025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Как развивался проект</a:t>
            </a:r>
          </a:p>
        </p:txBody>
      </p:sp>
      <p:sp>
        <p:nvSpPr>
          <p:cNvPr id="40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A812662F-49C9-0A37-1671-EE5E187C6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305425"/>
            <a:ext cx="10572750" cy="7429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defPPr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  <a:defRPr sz="2025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2025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Разделили резюме, оценки и права доступа.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  <a:defRPr sz="2025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2025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Дальше: внешний пилот и подключение реестра ФСП.</a:t>
            </a:r>
          </a:p>
        </p:txBody>
      </p:sp>
      <p:sp>
        <p:nvSpPr>
          <p:cNvPr id="41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1AF2119E-43D8-37AF-C511-A59B0DD88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695825"/>
            <a:ext cx="10572750" cy="4381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0" tIns="0" rIns="0" bIns="0" anchor="t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defPPr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  <a:defRPr sz="2025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2025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Что решили и что дальше</a:t>
            </a:r>
          </a:p>
        </p:txBody>
      </p:sp>
      <p:sp>
        <p:nvSpPr>
          <p:cNvPr id="43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819ADE62-86A0-41CF-FEBE-6AC207E6A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638550"/>
            <a:ext cx="10572750" cy="6953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0" tIns="0" rIns="0" bIns="0" anchor="t">
            <a:normAutofit fontScale="100000"/>
          </a:bodyPr>
          <a:lstStyle xmlns:a="http://schemas.openxmlformats.org/drawingml/2006/main">
            <a:defPPr algn="l">
              <a:defRPr sz="2025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defPPr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  <a:defRPr sz="2025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2025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Хотим связывать реальные подтверждения навыков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  <a:defRPr sz="2025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2025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с понятными требованиями компании.</a:t>
            </a:r>
          </a:p>
        </p:txBody>
      </p:sp>
      <p:sp>
        <p:nvSpPr>
          <p:cNvPr id="44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A0EBDB05-E223-F4C0-4AF4-743B80D71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38475"/>
            <a:ext cx="10191750" cy="4286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0" tIns="0" rIns="0" bIns="0" anchor="t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defPPr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  <a:defRPr sz="2025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2025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Почему выбрали эту задачу</a:t>
            </a:r>
          </a:p>
        </p:txBody>
      </p:sp>
      <p:sp>
        <p:nvSpPr>
          <p:cNvPr id="5" name="Прямая соединительная линия 4">
            <a:extLst xmlns:a="http://schemas.openxmlformats.org/drawingml/2006/main">
              <a:ext uri="{FF2B5EF4-FFF2-40B4-BE49-F238E27FC236}">
                <a16:creationId xmlns:a16="http://schemas.microsoft.com/office/drawing/2014/main" id="{6910B6AD-ECA7-46EF-BE79-05666D8DF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8" y="2745691"/>
            <a:ext cx="11233150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accent1"/>
            </a:solidFill>
          </a:ln>
        </p:spPr>
        <p:style>
          <a:lnRef xmlns:a="http://schemas.openxmlformats.org/drawingml/2006/main" idx="1">
            <a:schemeClr val="accent2"/>
          </a:lnRef>
          <a:fillRef xmlns:a="http://schemas.openxmlformats.org/drawingml/2006/main" idx="0">
            <a:schemeClr val="accent2"/>
          </a:fillRef>
          <a:effectRef xmlns:a="http://schemas.openxmlformats.org/drawingml/2006/main" idx="0">
            <a:schemeClr val="accent2"/>
          </a:effectRef>
          <a:fontRef xmlns:a="http://schemas.openxmlformats.org/drawingml/2006/main" idx="minor">
            <a:schemeClr val="tx1"/>
          </a:fontRef>
        </p:style>
      </p:sp>
      <p:sp>
        <p:nvSpPr>
          <p:cNvPr id="6" name="Прямая соединительная линия 5">
            <a:extLst xmlns:a="http://schemas.openxmlformats.org/drawingml/2006/main">
              <a:ext uri="{FF2B5EF4-FFF2-40B4-BE49-F238E27FC236}">
                <a16:creationId xmlns:a16="http://schemas.microsoft.com/office/drawing/2014/main" id="{4D0BF9FE-47B8-481C-B0DB-DB08F47B2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8" y="4407066"/>
            <a:ext cx="11233150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accent1"/>
            </a:solidFill>
          </a:ln>
        </p:spPr>
        <p:style>
          <a:lnRef xmlns:a="http://schemas.openxmlformats.org/drawingml/2006/main" idx="1">
            <a:schemeClr val="accent2"/>
          </a:lnRef>
          <a:fillRef xmlns:a="http://schemas.openxmlformats.org/drawingml/2006/main" idx="0">
            <a:schemeClr val="accent2"/>
          </a:fillRef>
          <a:effectRef xmlns:a="http://schemas.openxmlformats.org/drawingml/2006/main" idx="0">
            <a:schemeClr val="accent2"/>
          </a:effectRef>
          <a:fontRef xmlns:a="http://schemas.openxmlformats.org/drawingml/2006/main" idx="minor">
            <a:schemeClr val="tx1"/>
          </a:fontRef>
        </p:style>
      </p:sp>
      <p:sp>
        <p:nvSpPr>
          <p:cNvPr id="8" name="Прямая соединительная линия 7">
            <a:extLst xmlns:a="http://schemas.openxmlformats.org/drawingml/2006/main">
              <a:ext uri="{FF2B5EF4-FFF2-40B4-BE49-F238E27FC236}">
                <a16:creationId xmlns:a16="http://schemas.microsoft.com/office/drawing/2014/main" id="{048275F5-8B14-41D8-AAF9-6D853E791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8" y="1110074"/>
            <a:ext cx="11233150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accent1"/>
            </a:solidFill>
          </a:ln>
        </p:spPr>
        <p:style>
          <a:lnRef xmlns:a="http://schemas.openxmlformats.org/drawingml/2006/main" idx="1">
            <a:schemeClr val="accent2"/>
          </a:lnRef>
          <a:fillRef xmlns:a="http://schemas.openxmlformats.org/drawingml/2006/main" idx="0">
            <a:schemeClr val="accent2"/>
          </a:fillRef>
          <a:effectRef xmlns:a="http://schemas.openxmlformats.org/drawingml/2006/main" idx="0">
            <a:schemeClr val="accent2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DE3DBF43-8386-18C6-2DBB-93FBC617A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5788" y="1279645"/>
            <a:ext cx="956838" cy="35393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r">
              <a:buNone/>
            </a:pPr>
            <a:r>
              <a:rPr b="1">
                <a:solidFill>
                  <a:schemeClr val="accent5"/>
                </a:solidFill>
              </a:rPr>
              <a:t>01</a:t>
            </a:r>
          </a:p>
        </p:txBody>
      </p:sp>
      <p:sp>
        <p:nvSpPr>
          <p:cNvPr id="11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1C998835-697E-638C-C9A8-992A3CFE1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5788" y="2900091"/>
            <a:ext cx="930595" cy="52890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r">
              <a:lnSpc>
                <a:spcPct val="100000"/>
              </a:lnSpc>
              <a:buNone/>
            </a:pPr>
            <a:r>
              <a:rPr b="1">
                <a:solidFill>
                  <a:schemeClr val="accent5"/>
                </a:solidFill>
              </a:rPr>
              <a:t>02</a:t>
            </a:r>
          </a:p>
        </p:txBody>
      </p:sp>
      <p:sp>
        <p:nvSpPr>
          <p:cNvPr id="12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63CDAC47-57C1-8743-C534-E78438BFE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5788" y="4571473"/>
            <a:ext cx="930596" cy="56778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r">
              <a:lnSpc>
                <a:spcPct val="100000"/>
              </a:lnSpc>
              <a:buNone/>
            </a:pPr>
            <a:r>
              <a:rPr b="1">
                <a:solidFill>
                  <a:schemeClr val="accent5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035511140"/>
      </p:ext>
    </p:extLst>
  </p:cSld>
</p:sld>
</file>

<file path=ppt/slides/slide11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126f4ee2ad3b4da2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6" name="Скругленный прямоугольник 55">
            <a:extLst xmlns:a="http://schemas.openxmlformats.org/drawingml/2006/main">
              <a:ext uri="{FF2B5EF4-FFF2-40B4-BE49-F238E27FC236}">
                <a16:creationId xmlns:a16="http://schemas.microsoft.com/office/drawing/2014/main" id="{635392F3-78F4-5585-E25E-CDBEA7E9F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779" y="1522000"/>
            <a:ext cx="5440299" cy="4834319"/>
          </a:xfrm>
          <a:prstGeom xmlns:a="http://schemas.openxmlformats.org/drawingml/2006/main" prst="roundRect">
            <a:avLst>
              <a:gd name="adj" fmla="val 9821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 cap="flat" cmpd="sng">
            <a:noFill/>
            <a:prstDash val="solid"/>
            <a:round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accent2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57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9398668D-F141-1433-7B1B-1518BC470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200400"/>
            <a:ext cx="4810125" cy="24669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0" tIns="0" rIns="0" bIns="0" anchor="t">
            <a:normAutofit fontScale="100000"/>
          </a:bodyPr>
          <a:lstStyle xmlns:a="http://schemas.openxmlformats.org/drawingml/2006/main">
            <a:defPPr algn="l">
              <a:defRPr sz="210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defPPr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21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Маркетолог</a:t>
            </a:r>
          </a:p>
          <a:p xmlns:a="http://schemas.openxmlformats.org/drawingml/2006/main"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21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kaleevaoksana7@gmail.com</a:t>
            </a:r>
          </a:p>
          <a:p xmlns:a="http://schemas.openxmlformats.org/drawingml/2006/main"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21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Казань</a:t>
            </a:r>
          </a:p>
        </p:txBody>
      </p:sp>
      <p:sp>
        <p:nvSpPr>
          <p:cNvPr id="58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8D1E397B-73F6-7777-9CD1-12E439862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162175"/>
            <a:ext cx="4810125" cy="6381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0" tIns="0" rIns="0" bIns="0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defPPr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  <a:defRPr sz="2550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2550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Оксана Калеева</a:t>
            </a:r>
          </a:p>
        </p:txBody>
      </p:sp>
      <p:sp>
        <p:nvSpPr>
          <p:cNvPr id="17" name="Скругленный прямоугольник 16">
            <a:extLst xmlns:a="http://schemas.openxmlformats.org/drawingml/2006/main">
              <a:ext uri="{FF2B5EF4-FFF2-40B4-BE49-F238E27FC236}">
                <a16:creationId xmlns:a16="http://schemas.microsoft.com/office/drawing/2014/main" id="{FC0035EA-559C-020F-D4A8-B4146A26E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043" y="1522000"/>
            <a:ext cx="5440299" cy="4834319"/>
          </a:xfrm>
          <a:prstGeom xmlns:a="http://schemas.openxmlformats.org/drawingml/2006/main" prst="roundRect">
            <a:avLst>
              <a:gd name="adj" fmla="val 9821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 cap="flat" cmpd="sng">
            <a:noFill/>
            <a:prstDash val="solid"/>
            <a:round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accent2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13" name="Скругленный прямоугольник 12">
            <a:extLst xmlns:a="http://schemas.openxmlformats.org/drawingml/2006/main">
              <a:ext uri="{FF2B5EF4-FFF2-40B4-BE49-F238E27FC236}">
                <a16:creationId xmlns:a16="http://schemas.microsoft.com/office/drawing/2014/main" id="{4F9EEB10-D234-64E3-5744-B3981F11A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075" y="324562"/>
            <a:ext cx="3952656" cy="620919"/>
          </a:xfrm>
          <a:prstGeom xmlns:a="http://schemas.openxmlformats.org/drawingml/2006/main" prst="roundRect">
            <a:avLst>
              <a:gd name="adj" fmla="val 18706"/>
            </a:avLst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18" name="Номер слайда 17">
            <a:extLst xmlns:a="http://schemas.openxmlformats.org/drawingml/2006/main">
              <a:ext uri="{FF2B5EF4-FFF2-40B4-BE49-F238E27FC236}">
                <a16:creationId xmlns:a16="http://schemas.microsoft.com/office/drawing/2014/main" id="{ADFA4405-6EC1-3A52-92A7-2CA2130BB2B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00" b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200" b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11</a:t>
            </a:r>
          </a:p>
        </p:txBody>
      </p:sp>
      <p:sp>
        <p:nvSpPr>
          <p:cNvPr id="7" name="Заголовок 6">
            <a:extLst xmlns:a="http://schemas.openxmlformats.org/drawingml/2006/main">
              <a:ext uri="{FF2B5EF4-FFF2-40B4-BE49-F238E27FC236}">
                <a16:creationId xmlns:a16="http://schemas.microsoft.com/office/drawing/2014/main" id="{A8302BF4-F579-F30C-0D0B-9EC587DE2AD1}"/>
              </a:ext>
            </a:extLst>
          </p:cNvPr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518359" y="449787"/>
            <a:ext cx="9862734" cy="376138"/>
          </a:xfr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10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  <a:defRPr sz="210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210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КОМАНДА BEST MATCH</a:t>
            </a:r>
          </a:p>
        </p:txBody>
      </p:sp>
      <p:sp>
        <p:nvSpPr>
          <p:cNvPr id="9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8392728C-0D28-63FE-46DB-BBDA5226DAE1}"/>
              </a:ext>
            </a:extLst>
          </p:cNvPr>
          <p:cNvSpPr>
            <a:spLocks xmlns:a="http://schemas.openxmlformats.org/drawingml/2006/main" noGrp="1"/>
          </p:cNvSpPr>
          <p:nvPr>
            <p:ph type="body" idx="27"/>
          </p:nvPr>
        </p:nvSpPr>
        <p:spPr>
          <a:xfrm xmlns:a="http://schemas.openxmlformats.org/drawingml/2006/main">
            <a:off x="666750" y="3200400"/>
            <a:ext cx="4810125" cy="2466975"/>
          </a:xfr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210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21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Капитан и разработчик</a:t>
            </a:r>
          </a:p>
          <a:p xmlns:a="http://schemas.openxmlformats.org/drawingml/2006/main"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21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@sergeikaleev</a:t>
            </a:r>
          </a:p>
          <a:p xmlns:a="http://schemas.openxmlformats.org/drawingml/2006/main"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21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Казань</a:t>
            </a:r>
          </a:p>
        </p:txBody>
      </p:sp>
      <p:sp>
        <p:nvSpPr>
          <p:cNvPr id="15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34A1767C-75B2-E3D4-5057-DD85E6AB1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62175"/>
            <a:ext cx="4810125" cy="6381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0" tIns="0" rIns="0" bIns="0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defPPr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  <a:defRPr sz="2550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2550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Сергей Калеев</a:t>
            </a:r>
          </a:p>
        </p:txBody>
      </p:sp>
    </p:spTree>
    <p:extLst>
      <p:ext uri="{BB962C8B-B14F-4D97-AF65-F5344CB8AC3E}">
        <p14:creationId xmlns:p14="http://schemas.microsoft.com/office/powerpoint/2010/main" val="922147036"/>
      </p:ext>
    </p:extLst>
  </p:cSld>
</p:sld>
</file>

<file path=ppt/slides/slide12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357f5917e00b4777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Прямоугольник 29">
            <a:extLst xmlns:a="http://schemas.openxmlformats.org/drawingml/2006/main">
              <a:ext uri="{FF2B5EF4-FFF2-40B4-BE49-F238E27FC236}">
                <a16:creationId xmlns:a16="http://schemas.microsoft.com/office/drawing/2014/main" id="{8974761F-D4F8-560C-B069-01DF6B0C0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456363" cy="6858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dk1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dk1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29" name="Объект 28">
            <a:extLst xmlns:a="http://schemas.openxmlformats.org/drawingml/2006/main">
              <a:ext uri="{FF2B5EF4-FFF2-40B4-BE49-F238E27FC236}">
                <a16:creationId xmlns:a16="http://schemas.microsoft.com/office/drawing/2014/main" id="{02AA36D4-0DFA-1A2E-6B29-8BA1BF5F96F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21133" y="1263123"/>
            <a:ext cx="5574868" cy="493765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21" name="Номер слайда 20">
            <a:extLst xmlns:a="http://schemas.openxmlformats.org/drawingml/2006/main">
              <a:ext uri="{FF2B5EF4-FFF2-40B4-BE49-F238E27FC236}">
                <a16:creationId xmlns:a16="http://schemas.microsoft.com/office/drawing/2014/main" id="{4CAD271A-25D6-5986-96AF-8705ED30C14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00" b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1200" b="0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12</a:t>
            </a:r>
          </a:p>
        </p:txBody>
      </p:sp>
      <p:sp>
        <p:nvSpPr>
          <p:cNvPr id="28" name="Заголовок 27">
            <a:extLst xmlns:a="http://schemas.openxmlformats.org/drawingml/2006/main">
              <a:ext uri="{FF2B5EF4-FFF2-40B4-BE49-F238E27FC236}">
                <a16:creationId xmlns:a16="http://schemas.microsoft.com/office/drawing/2014/main" id="{EA3A5BFD-C872-ACEC-AC6D-6D57CA4340D2}"/>
              </a:ext>
            </a:extLst>
          </p:cNvPr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527444" y="395288"/>
            <a:ext cx="5574868" cy="425729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2000">
              <a:solidFill>
                <a:schemeClr val="accent5"/>
              </a:solidFill>
            </a:endParaRPr>
          </a:p>
        </p:txBody>
      </p:sp>
      <p:sp>
        <p:nvSpPr>
          <p:cNvPr id="31" name="closing-brand">
            <a:extLst xmlns:a="http://schemas.openxmlformats.org/drawingml/2006/main">
              <a:ext uri="{FF2B5EF4-FFF2-40B4-BE49-F238E27FC236}">
                <a16:creationId xmlns:a16="http://schemas.microsoft.com/office/drawing/2014/main" id="{CFF32637-0295-45FF-8A46-CF05DCEC0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62100"/>
            <a:ext cx="5381625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5850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  <a:defRPr sz="5850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5850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Signal</a:t>
            </a:r>
          </a:p>
        </p:txBody>
      </p:sp>
      <p:sp>
        <p:nvSpPr>
          <p:cNvPr id="32" name="closing-copy">
            <a:extLst xmlns:a="http://schemas.openxmlformats.org/drawingml/2006/main">
              <a:ext uri="{FF2B5EF4-FFF2-40B4-BE49-F238E27FC236}">
                <a16:creationId xmlns:a16="http://schemas.microsoft.com/office/drawing/2014/main" id="{EDA1BAF4-BFE7-4C8C-8863-D407B0846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09900"/>
            <a:ext cx="542925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550" b="1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  <a:defRPr sz="2550" b="1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2550" b="1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Подбор по навыкам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  <a:defRPr sz="2550" b="1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2550" b="1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и условиям работы</a:t>
            </a:r>
          </a:p>
        </p:txBody>
      </p:sp>
      <p:sp>
        <p:nvSpPr>
          <p:cNvPr id="33" name="closing-thanks">
            <a:extLst xmlns:a="http://schemas.openxmlformats.org/drawingml/2006/main">
              <a:ext uri="{FF2B5EF4-FFF2-40B4-BE49-F238E27FC236}">
                <a16:creationId xmlns:a16="http://schemas.microsoft.com/office/drawing/2014/main" id="{837815CC-A4EF-468D-B7C3-1550AC33B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38750"/>
            <a:ext cx="5429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400" b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2400" b="0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Спасибо за внимание</a:t>
            </a:r>
          </a:p>
        </p:txBody>
      </p:sp>
    </p:spTree>
    <p:extLst>
      <p:ext uri="{BB962C8B-B14F-4D97-AF65-F5344CB8AC3E}">
        <p14:creationId xmlns:p14="http://schemas.microsoft.com/office/powerpoint/2010/main" val="1830715374"/>
      </p:ext>
    </p:extLst>
  </p:cSld>
</p:sld>
</file>

<file path=ppt/theme/theme1.xml><?xml version="1.0" encoding="utf-8"?>
<a:theme xmlns:a="http://schemas.openxmlformats.org/drawingml/2006/main" name="Для Академия инноваторов 16_9">
  <a:themeElements>
    <a:clrScheme name="Пользовательские 2">
      <a:dk1>
        <a:srgbClr val="000000"/>
      </a:dk1>
      <a:lt1>
        <a:srgbClr val="FFFFFF"/>
      </a:lt1>
      <a:dk2>
        <a:srgbClr val="1C1D22"/>
      </a:dk2>
      <a:lt2>
        <a:srgbClr val="E5E7E9"/>
      </a:lt2>
      <a:accent1>
        <a:srgbClr val="FF0053"/>
      </a:accent1>
      <a:accent2>
        <a:srgbClr val="FFD6E3"/>
      </a:accent2>
      <a:accent3>
        <a:srgbClr val="FC3777"/>
      </a:accent3>
      <a:accent4>
        <a:srgbClr val="8A83D1"/>
      </a:accent4>
      <a:accent5>
        <a:srgbClr val="520977"/>
      </a:accent5>
      <a:accent6>
        <a:srgbClr val="2D1451"/>
      </a:accent6>
      <a:hlink>
        <a:srgbClr val="FF0053"/>
      </a:hlink>
      <a:folHlink>
        <a:srgbClr val="5D2B84"/>
      </a:folHlink>
    </a:clrScheme>
    <a:fontScheme name="Лидеры цифровой трансформации">
      <a:majorFont>
        <a:latin typeface="Montserrat"/>
        <a:ea typeface=""/>
        <a:cs typeface=""/>
      </a:majorFont>
      <a:minorFont>
        <a:latin typeface="Montserrat"/>
        <a:ea typeface=""/>
        <a:cs typeface=""/>
      </a:minorFont>
    </a:fontScheme>
    <a:fmtScheme name="Пользовательские 2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2026-10-09T08:47:52.4840000Z</dcterms:created>
  <dcterms:modified xsi:type="dcterms:W3CDTF">2026-10-09T08:47:52.4840000Z</dcterms:modified>
</coreProperties>
</file>